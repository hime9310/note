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5029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機能調査レポート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10515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&amp; Skills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365760" y="2011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とは何か、どう使うか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365760" y="274320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8803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仕様駆動開発（Spec-Driven Development）における活用可能性の検討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2026年3月  |  CMS Team  |  Kiro PoC 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Kiroの主要機能 全体像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1965960" cy="6400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1440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1993392"/>
            <a:ext cx="7772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103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 / design / tasks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50592" y="68580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685800"/>
            <a:ext cx="1965960" cy="6400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914400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044952" y="1993392"/>
            <a:ext cx="7772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1"/>
          <p:cNvSpPr/>
          <p:nvPr/>
        </p:nvSpPr>
        <p:spPr>
          <a:xfrm>
            <a:off x="2542032" y="2103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プロジェクト常識・規約を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AIに記憶させる設定ファイル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26864" y="68580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685800"/>
            <a:ext cx="1965960" cy="6400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914400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18304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221224" y="1993392"/>
            <a:ext cx="77724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6"/>
          <p:cNvSpPr/>
          <p:nvPr/>
        </p:nvSpPr>
        <p:spPr>
          <a:xfrm>
            <a:off x="4718304" y="2103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オンデマンドで読み込む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再利用可能な手順書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03136" y="68580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685800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914400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15361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397496" y="1993392"/>
            <a:ext cx="777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6894576" y="21031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ファイル保存などのイベントで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自動実行するエージェント処理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本資料はこのうち「Steering」と「Skills」を詳しく解説します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プロジェクトの「常識」をMarkdownファイルに書き、毎回説明しなくてもAIが従うようにする仕組み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何を書く？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テクノロジースタック（Python / Terraform / AWS等）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コーディング規約・命名ルール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セキュリティポリシー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アーキテクチャの決定事項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チームのベストプラクティス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プロジェクト固有のワークフロー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4297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554480"/>
            <a:ext cx="4297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664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58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生成コードが常にチームの規約に従う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15768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715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繰り返し排除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16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毎チャットで説明不要。Kiroが記憶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74136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374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チーム統一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575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新メンバーも同じ品質でコード生成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32504"/>
            <a:ext cx="54864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032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知識の蓄積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4233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コードと並走する生きたドキュメント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ファイルの種類（インクルージョンモード）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011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85800"/>
            <a:ext cx="20116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9784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常時読み込み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すべてのチャットに自動で含まれる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コーディング規約・技術スタック・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セキュリティポリシーに最適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429000"/>
            <a:ext cx="1828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tech.md / product.md / structure.md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685800"/>
            <a:ext cx="2011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685800"/>
            <a:ext cx="20116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685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9784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ファイル一致時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298448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特定ファイルパターン編集時のみ読み込み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コンテキストの無駄を省く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Terraform編集時だけtf-rules.mdを読む等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342900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*.tf → terraform-rules.md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685800"/>
            <a:ext cx="2011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685800"/>
            <a:ext cx="20116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685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9784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自動マッチング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298448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リクエスト内容からAIが判断して読み込み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Skillsと似た動作だがKiro専用の形式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API設計変更時だけapi-design.mdが起動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29000"/>
            <a:ext cx="18288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"APIエンドポイント設計"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685800"/>
            <a:ext cx="2011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685800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68580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9784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手動呼び出し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1298448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チャットで #ファイル名 または /コマンドで参照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トラブルシューティングや移行手順等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大量の文書を必要な時だけ読み込み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342900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520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#troubleshooting-guide と入力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736592"/>
            <a:ext cx="8686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3659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保存先：  ワークスペース → .kiro/steering/   ／   グローバル → ~/.kiro/steering/   ／   競合時はワークスペース優先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00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必要な時だけ読み込まれる「専門知識パッケージ」。SKILL.md に手順・チェックリスト・ベストプラクティスを記述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605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160520" cy="640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72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起動時：名前とdescriptionのみ読み込み（軽量）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リクエストと一致するとSKILL.md全文を読み込み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スラッシュコマンドや明示的な呼び出しも可能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ワークスペース &gt; グローバルの優先順位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同名Skillはワークスペース側が優先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605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41605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727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965960"/>
            <a:ext cx="3931920" cy="2606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011680"/>
            <a:ext cx="3840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terraform-deploy/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       ← 説明＋手順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ecs-guide.md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troubleshooting.md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code-review/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SKILL.md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~/.kiro/skills/        ← グローバル（全PJ共通）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my-workflow/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SKILL.md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892040"/>
            <a:ext cx="8595360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89204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Skillsは「open Agent Skills standard」に準拠 → GitHub Copilot等の他ツールと共有・流用が可能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vs Skills — 違いと使い分け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6459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594360"/>
            <a:ext cx="33832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594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594360"/>
            <a:ext cx="33832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594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051560"/>
            <a:ext cx="164592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51560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読み込みタイミング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1051560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51560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設定した条件で常時 or 自動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051560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051560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リクエストに合致した時だけ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609344"/>
            <a:ext cx="164592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09344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主な用途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1609344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609344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コーディング規約・アーキテクチャ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・プロジェクト標準・セキュリティ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609344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609344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デプロイ手順・レビュープロセス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・移行ガイド・ドメイン知識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167128"/>
            <a:ext cx="164592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67128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保存場所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2167128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2167128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.kiro/steering/ または ~/.kiro/steering/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167128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167128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.kiro/skills/ または ~/.kiro/skills/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724912"/>
            <a:ext cx="164592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24912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ファイル形式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2724912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724912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 ファイル（front matter任意）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2724912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724912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 ディレクトリ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282696"/>
            <a:ext cx="164592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82696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他ツール互換性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0240" y="3282696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282696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Kiro専用（AGENTS.mdは互換あり）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3282696"/>
            <a:ext cx="3383280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282696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Agent Skills標準に準拠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Copilot等とも共有可能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840480"/>
            <a:ext cx="164592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40480"/>
            <a:ext cx="1508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コンテキスト消費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3840480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3840480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常に消費（always設定の場合）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3840480"/>
            <a:ext cx="3383280" cy="55778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840480"/>
            <a:ext cx="3246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必要時のみ → コンテキスト節約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公式より: "Steering files direct agent behavior. Skills are capabilities the agent learns on demand."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仕様駆動開発（Spec-Driven）での活用イメージ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coding-rules.md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38528" y="1298448"/>
            <a:ext cx="21945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2121408" y="1234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76272" y="68580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777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76272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design.md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298448"/>
            <a:ext cx="21945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234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68580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895344" y="777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95344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従い生成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76672" y="1298448"/>
            <a:ext cx="21945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5559552" y="1234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68580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777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テスト・Lint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自動実行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95744" y="1298448"/>
            <a:ext cx="219456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7278624" y="1234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685800"/>
            <a:ext cx="1463040" cy="1325880"/>
          </a:xfrm>
          <a:prstGeom prst="roundRect">
            <a:avLst>
              <a:gd name="adj" fmla="val 551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777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33488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レビュー等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94560"/>
            <a:ext cx="8595360" cy="32918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1945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CMSチーム 具体的な活用例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60604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035808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tech.md → AWS / Terraform / Python のスタック定義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security.md → IAMポリシー設計・KMS要件・VPCエンドポイント規約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naming.md → Terraformリソース命名規則・タグ付け標準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60604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606040"/>
            <a:ext cx="42062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035808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terraform-deploy/ → plan→apply手順・tfstateバックエンド設定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venafi-acm/ → 証明書プッシュ→ALB更新フロー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code-review/ → TerraformレビューチェックリストSKILL.md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0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051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27101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AIへの「常識」インプット。tech.md/naming.md等でコード品質を常に保つ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709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9293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オンデマンド専門知識。Terraform・証明書管理等の手順をSKILL.mdに集約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7315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68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互換性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5877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SkillsはCopilot等とも共有可能。Steeringは他ツールでも近い概念あり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00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" y="3639312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Anthropicモデル審査結果を待つ（現在申請中）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承認後、Kiro Proアカウントで動作確認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Steering試作：tech.md / naming.md をCMSチーム向けに作成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Skills試作：terraform-deploy SKILL.md を作成・検証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チームへのPoC共有・フィードバック収集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Steering &amp; Skills 調査まとめ</dc:title>
  <dc:subject>PptxGenJS Presentation</dc:subject>
  <dc:creator>PptxGenJS</dc:creator>
  <cp:lastModifiedBy>PptxGenJS</cp:lastModifiedBy>
  <cp:revision>1</cp:revision>
  <dcterms:created xsi:type="dcterms:W3CDTF">2026-03-24T05:26:43Z</dcterms:created>
  <dcterms:modified xsi:type="dcterms:W3CDTF">2026-03-24T05:26:43Z</dcterms:modified>
</cp:coreProperties>
</file>