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0263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6640" y="1280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85632" y="12801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595360" y="1280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74352" y="12801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784080" y="1280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ハンズオン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63072" y="12801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972800" y="1280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Azure・GCP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92608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事前準備さえ済ませれば、当日は 30 分で完了します — AWS・Azure メンバーは参加をお願いします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7D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ハンズオンのご案内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1481328"/>
            <a:ext cx="11384280" cy="1298448"/>
          </a:xfrm>
          <a:prstGeom prst="roundRect">
            <a:avLst>
              <a:gd name="adj" fmla="val 4930"/>
            </a:avLst>
          </a:prstGeom>
          <a:solidFill>
            <a:srgbClr val="FFF6E5"/>
          </a:solidFill>
          <a:ln w="12700">
            <a:solidFill>
              <a:srgbClr val="E0A8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85800" y="1865376"/>
            <a:ext cx="530352" cy="530352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85800" y="18653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16642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事前に OneNote で確認（必須）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213969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u="sng" dirty="0">
                <a:solidFill>
                  <a:srgbClr val="4E7D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Eng Iac関連 ＞ 仕様駆動開発 ＞ 00_目次・はじめに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74920" y="1481328"/>
            <a:ext cx="6537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特に 02 導入手順書 §0（前提ソフトの導入: Node.js / Git / Python 等）は当日までに必ず完了させてください。03 利用手順書 §1（開発フローの原則）にも目を通しておくとスムーズです。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2926080"/>
            <a:ext cx="11384280" cy="1298448"/>
          </a:xfrm>
          <a:prstGeom prst="roundRect">
            <a:avLst>
              <a:gd name="adj" fmla="val 4930"/>
            </a:avLst>
          </a:prstGeom>
          <a:solidFill>
            <a:srgbClr val="F2F6E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685800" y="3310128"/>
            <a:ext cx="530352" cy="530352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85800" y="33101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17320" y="31089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当日やること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358444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u="sng" dirty="0">
                <a:solidFill>
                  <a:srgbClr val="4E7D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Eng Iac関連 ＞ 仕様駆動開発 ＞ 02_導入手順書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74920" y="3035808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導入手順に沿って、各自の端末で初期セットアップを実施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/generate-design を体験（仕様書 → design.md）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/generate-code は、時間・興味のある方は体験（任意）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11480" y="4370832"/>
            <a:ext cx="11384280" cy="1298448"/>
          </a:xfrm>
          <a:prstGeom prst="roundRect">
            <a:avLst>
              <a:gd name="adj" fmla="val 4930"/>
            </a:avLst>
          </a:prstGeom>
          <a:solidFill>
            <a:srgbClr val="E6F0E0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685800" y="4754880"/>
            <a:ext cx="530352" cy="530352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85800" y="4754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417320" y="455371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インプット資料の格納先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50292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u="sng" dirty="0">
                <a:solidFill>
                  <a:srgbClr val="4E7D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04.仕様駆動開発導入 ＞ 02.展開 ＞ ハンズオン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74920" y="4370832"/>
            <a:ext cx="6537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ハンズオン用インプット（QA 票・基本設計書・構成図）を、当日 各自 inputs/&lt;案件フォルダ名&gt;/ へコピーして使用します（案件フォルダ名は当日ご案内）。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11480" y="5897880"/>
            <a:ext cx="11384280" cy="621792"/>
          </a:xfrm>
          <a:prstGeom prst="roundRect">
            <a:avLst>
              <a:gd name="adj" fmla="val 11765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777240" y="589788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日程: ＜調整のうえ連絡＞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誰が実行しても、同じルール・同じ手順・同じ情報源で生成される仕掛けになっている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7D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Appendix: Kiro が どう動いているか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481328"/>
            <a:ext cx="11384280" cy="1078992"/>
          </a:xfrm>
          <a:prstGeom prst="roundRect">
            <a:avLst>
              <a:gd name="adj" fmla="val 5932"/>
            </a:avLst>
          </a:prstGeom>
          <a:solidFill>
            <a:srgbClr val="E6F0E0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685800" y="1764792"/>
            <a:ext cx="512064" cy="512064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85800" y="1764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1481328"/>
            <a:ext cx="3063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steering（ルール）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663440" y="1481328"/>
            <a:ext cx="6949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コーディング規約・命名・環境定義など、常に自動で効くルール。全員の生成に同じ規約が適用される。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2724912"/>
            <a:ext cx="11384280" cy="1078992"/>
          </a:xfrm>
          <a:prstGeom prst="roundRect">
            <a:avLst>
              <a:gd name="adj" fmla="val 5932"/>
            </a:avLst>
          </a:prstGeom>
          <a:solidFill>
            <a:srgbClr val="E6F0E0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685800" y="3008376"/>
            <a:ext cx="512064" cy="512064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85800" y="3008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417320" y="2724912"/>
            <a:ext cx="3063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skills（手順書）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63440" y="2724912"/>
            <a:ext cx="6949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/generate-* で明示起動する生成手順書。LLM に判断させず、決まった手順・出力先で動く。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3968496"/>
            <a:ext cx="11384280" cy="1078992"/>
          </a:xfrm>
          <a:prstGeom prst="roundRect">
            <a:avLst>
              <a:gd name="adj" fmla="val 5932"/>
            </a:avLst>
          </a:prstGeom>
          <a:solidFill>
            <a:srgbClr val="E6F0E0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685800" y="4251960"/>
            <a:ext cx="512064" cy="512064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85800" y="4251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417320" y="3968496"/>
            <a:ext cx="3063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MCP（公式情報の参照）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663440" y="3968496"/>
            <a:ext cx="6949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Terraform 公式仕様（Provider ドキュメント）を都度参照してコードを書く。記憶で書かせない。構成図は draw.io MCP で生成。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5212080"/>
            <a:ext cx="11384280" cy="1078992"/>
          </a:xfrm>
          <a:prstGeom prst="roundRect">
            <a:avLst>
              <a:gd name="adj" fmla="val 5932"/>
            </a:avLst>
          </a:prstGeom>
          <a:solidFill>
            <a:srgbClr val="E6F0E0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685800" y="5495544"/>
            <a:ext cx="512064" cy="512064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85800" y="5495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417320" y="5212080"/>
            <a:ext cx="3063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Hooks（実装予定）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663440" y="5212080"/>
            <a:ext cx="6949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 判断が不要な単純作業を Hook 機能に委任する構想。例: コード生成後に .gitignore 配置 → README 生成 → fmt → init/validate を一括実行。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257</Words>
  <Application>Microsoft Macintosh PowerPoint</Application>
  <PresentationFormat>ワイド画面</PresentationFormat>
  <Paragraphs>40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Yu Gothic</vt:lpstr>
      <vt:lpstr>Arial</vt:lpstr>
      <vt:lpstr>Office Theme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暁せん 姫</cp:lastModifiedBy>
  <cp:revision>2</cp:revision>
  <dcterms:created xsi:type="dcterms:W3CDTF">2026-07-17T03:14:51Z</dcterms:created>
  <dcterms:modified xsi:type="dcterms:W3CDTF">2026-07-17T03:23:10Z</dcterms:modified>
</cp:coreProperties>
</file>