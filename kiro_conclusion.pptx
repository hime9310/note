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79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kiro.dev/docs/specs/" TargetMode="External"/><Relationship Id="rId3" Type="http://schemas.openxmlformats.org/officeDocument/2006/relationships/hyperlink" Target="https://kiro.dev/docs/" TargetMode="External"/><Relationship Id="rId7" Type="http://schemas.openxmlformats.org/officeDocument/2006/relationships/hyperlink" Target="https://kiro.dev/docs/cli/skill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kiro.dev/docs/skills/" TargetMode="External"/><Relationship Id="rId11" Type="http://schemas.openxmlformats.org/officeDocument/2006/relationships/hyperlink" Target="https://github.com/awsdataarchitect/kiro-best-practices" TargetMode="External"/><Relationship Id="rId5" Type="http://schemas.openxmlformats.org/officeDocument/2006/relationships/hyperlink" Target="https://kiro.dev/docs/cli/steering/" TargetMode="External"/><Relationship Id="rId10" Type="http://schemas.openxmlformats.org/officeDocument/2006/relationships/hyperlink" Target="https://kiro.dev/docs/getting-started/first-project/" TargetMode="External"/><Relationship Id="rId4" Type="http://schemas.openxmlformats.org/officeDocument/2006/relationships/hyperlink" Target="https://kiro.dev/docs/steering/" TargetMode="External"/><Relationship Id="rId9" Type="http://schemas.openxmlformats.org/officeDocument/2006/relationships/hyperlink" Target="https://kiro.dev/docs/specs/best-pract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結論と参考資料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941832"/>
            <a:ext cx="1097280" cy="274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365760" y="1024128"/>
            <a:ext cx="402336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73152" cy="12344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530352" y="1078992"/>
            <a:ext cx="3767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チームへの展開を前提にするなら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Steering・Skills・Spec の導入価値はある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3767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Kiro 公式ドキュメントにて、プロジェクト開始時の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最初のステップとして Steering の設定が推奨されている。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161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 にもベストプラクティスの章が設けられている。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468880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84048" y="24688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毎回の規約・モジュール説明が不要になる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944368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誰が使っても同じ品質でコードと設計書が生成される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" y="3419856"/>
            <a:ext cx="237744" cy="237744"/>
          </a:xfrm>
          <a:prstGeom prst="ellipse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84048" y="3419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一度整備すればチーム全員に効果が広がる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685800"/>
            <a:ext cx="27432" cy="374904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800600" y="685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参考資料（公式ドキュメント）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941832"/>
            <a:ext cx="2011680" cy="274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4800600" y="1170432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4956048" y="1078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公式 — ドキュメントトップ</a:t>
            </a:r>
            <a:endParaRPr lang="en-US" sz="1100" dirty="0"/>
          </a:p>
        </p:txBody>
      </p:sp>
      <p:sp>
        <p:nvSpPr>
          <p:cNvPr id="26" name="Text 24">
            <a:hlinkClick r:id="rId3"/>
          </p:cNvPr>
          <p:cNvSpPr/>
          <p:nvPr/>
        </p:nvSpPr>
        <p:spPr>
          <a:xfrm>
            <a:off x="4956048" y="126187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1517904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4956048" y="14264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Steering（IDE版）</a:t>
            </a:r>
            <a:endParaRPr lang="en-US" sz="1100" dirty="0"/>
          </a:p>
        </p:txBody>
      </p:sp>
      <p:sp>
        <p:nvSpPr>
          <p:cNvPr id="29" name="Text 27">
            <a:hlinkClick r:id="rId4"/>
          </p:cNvPr>
          <p:cNvSpPr/>
          <p:nvPr/>
        </p:nvSpPr>
        <p:spPr>
          <a:xfrm>
            <a:off x="4956048" y="160934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https://kiro.dev/docs/steering/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1865376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4956048" y="1773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Steering（CLI版）</a:t>
            </a:r>
            <a:endParaRPr lang="en-US" sz="1100" dirty="0"/>
          </a:p>
        </p:txBody>
      </p:sp>
      <p:sp>
        <p:nvSpPr>
          <p:cNvPr id="32" name="Text 30">
            <a:hlinkClick r:id="rId5"/>
          </p:cNvPr>
          <p:cNvSpPr/>
          <p:nvPr/>
        </p:nvSpPr>
        <p:spPr>
          <a:xfrm>
            <a:off x="4956048" y="195681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https://kiro.dev/docs/cli/steering/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212848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956048" y="2121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Skills（IDE版）</a:t>
            </a:r>
            <a:endParaRPr lang="en-US" sz="1100" dirty="0"/>
          </a:p>
        </p:txBody>
      </p:sp>
      <p:sp>
        <p:nvSpPr>
          <p:cNvPr id="35" name="Text 33">
            <a:hlinkClick r:id="rId6"/>
          </p:cNvPr>
          <p:cNvSpPr/>
          <p:nvPr/>
        </p:nvSpPr>
        <p:spPr>
          <a:xfrm>
            <a:off x="4956048" y="230428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https://kiro.dev/docs/skills/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560320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4956048" y="24688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Skills（CLI版）</a:t>
            </a:r>
            <a:endParaRPr lang="en-US" sz="1100" dirty="0"/>
          </a:p>
        </p:txBody>
      </p:sp>
      <p:sp>
        <p:nvSpPr>
          <p:cNvPr id="38" name="Text 36">
            <a:hlinkClick r:id="rId7"/>
          </p:cNvPr>
          <p:cNvSpPr/>
          <p:nvPr/>
        </p:nvSpPr>
        <p:spPr>
          <a:xfrm>
            <a:off x="4956048" y="26517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https://kiro.dev/docs/cli/skills/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00600" y="2907792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4956048" y="28163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Spec（IDE版）</a:t>
            </a:r>
            <a:endParaRPr lang="en-US" sz="1100" dirty="0"/>
          </a:p>
        </p:txBody>
      </p:sp>
      <p:sp>
        <p:nvSpPr>
          <p:cNvPr id="41" name="Text 39">
            <a:hlinkClick r:id="rId8"/>
          </p:cNvPr>
          <p:cNvSpPr/>
          <p:nvPr/>
        </p:nvSpPr>
        <p:spPr>
          <a:xfrm>
            <a:off x="4956048" y="299923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https://kiro.dev/docs/specs/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00600" y="3255264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4956048" y="3163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ベストプラクティス</a:t>
            </a:r>
            <a:endParaRPr lang="en-US" sz="1100" dirty="0"/>
          </a:p>
        </p:txBody>
      </p:sp>
      <p:sp>
        <p:nvSpPr>
          <p:cNvPr id="44" name="Text 42">
            <a:hlinkClick r:id="rId9"/>
          </p:cNvPr>
          <p:cNvSpPr/>
          <p:nvPr/>
        </p:nvSpPr>
        <p:spPr>
          <a:xfrm>
            <a:off x="4956048" y="334670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https://kiro.dev/docs/specs/best-practices/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3602736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4"/>
          <p:cNvSpPr/>
          <p:nvPr/>
        </p:nvSpPr>
        <p:spPr>
          <a:xfrm>
            <a:off x="4956048" y="3511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最初のプロジェクト（Steering推奨手順）</a:t>
            </a:r>
            <a:endParaRPr lang="en-US" sz="1100" dirty="0"/>
          </a:p>
        </p:txBody>
      </p:sp>
      <p:sp>
        <p:nvSpPr>
          <p:cNvPr id="47" name="Text 45">
            <a:hlinkClick r:id="rId10"/>
          </p:cNvPr>
          <p:cNvSpPr/>
          <p:nvPr/>
        </p:nvSpPr>
        <p:spPr>
          <a:xfrm>
            <a:off x="4956048" y="369417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https://kiro.dev/docs/getting-started/first-project/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00600" y="3950208"/>
            <a:ext cx="73152" cy="7315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4956048" y="38587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Kiro Best Practices Boilerplate</a:t>
            </a:r>
            <a:endParaRPr lang="en-US" sz="1100" dirty="0"/>
          </a:p>
        </p:txBody>
      </p:sp>
      <p:sp>
        <p:nvSpPr>
          <p:cNvPr id="50" name="Text 48">
            <a:hlinkClick r:id="rId11"/>
          </p:cNvPr>
          <p:cNvSpPr/>
          <p:nvPr/>
        </p:nvSpPr>
        <p:spPr>
          <a:xfrm>
            <a:off x="4956048" y="404164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https://github.com/awsdataarchitect/kiro-best-practices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754880"/>
            <a:ext cx="9144000" cy="27432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</Words>
  <Application>Microsoft Macintosh PowerPoint</Application>
  <PresentationFormat>画面に合わせる (16:9)</PresentationFormat>
  <Paragraphs>33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暁せん 姫</cp:lastModifiedBy>
  <cp:revision>2</cp:revision>
  <dcterms:created xsi:type="dcterms:W3CDTF">2026-03-27T02:13:57Z</dcterms:created>
  <dcterms:modified xsi:type="dcterms:W3CDTF">2026-03-27T02:24:00Z</dcterms:modified>
</cp:coreProperties>
</file>