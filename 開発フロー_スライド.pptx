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85632" y="1280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59536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74352" y="1280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78408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63072" y="1280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92608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インプットを置いてコマンドを実行するだけで生成が進み、次へ進めるのは常に人間のレビュー・承認である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Kiroの概要 − 開発フロー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417320"/>
            <a:ext cx="2039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ユーザーアクション: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inputs/&lt;案件フォルダ名&gt;/ 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入力ファイルを配置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/generate-design 実行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1481328"/>
            <a:ext cx="1920240" cy="914400"/>
          </a:xfrm>
          <a:prstGeom prst="rect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148132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Kiro処理: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 (requirements.md)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 &amp; 停止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344168"/>
            <a:ext cx="1463040" cy="1188720"/>
          </a:xfrm>
          <a:prstGeom prst="diamond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34416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1481328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1704" y="1481328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ユーザーアクション: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「続けて設計書を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作成して」と依頼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1938528"/>
            <a:ext cx="27432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1938528"/>
            <a:ext cx="36576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0" y="1938528"/>
            <a:ext cx="242316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04088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問題なし (OK)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2907792"/>
            <a:ext cx="2377440" cy="731520"/>
          </a:xfrm>
          <a:prstGeom prst="roundRect">
            <a:avLst>
              <a:gd name="adj" fmla="val 11250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8264" y="290779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「仕様書の××を〇〇に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修正して」と依頼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532888"/>
            <a:ext cx="0" cy="374904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989320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問題あり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94760" y="3273552"/>
            <a:ext cx="54864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2395728"/>
            <a:ext cx="0" cy="877824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9994392" y="2395728"/>
            <a:ext cx="0" cy="137160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767328"/>
            <a:ext cx="8622792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3767328"/>
            <a:ext cx="0" cy="27432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1480" y="4041648"/>
            <a:ext cx="1920240" cy="914400"/>
          </a:xfrm>
          <a:prstGeom prst="rect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40416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Kiro処理: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基本設計書 (design.md)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 &amp; 停止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97480" y="3904488"/>
            <a:ext cx="1463040" cy="1188720"/>
          </a:xfrm>
          <a:prstGeom prst="diamond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390448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6280" y="4041648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404164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ユーザーアクション: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/generate-code 実行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20840" y="4041648"/>
            <a:ext cx="1965960" cy="914400"/>
          </a:xfrm>
          <a:prstGeom prst="rect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75704" y="4041648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Kiro処理: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コード (IaC)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 &amp; 停止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52560" y="3904488"/>
            <a:ext cx="1600200" cy="1188720"/>
          </a:xfrm>
          <a:prstGeom prst="diamond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390448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コードレビュー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・デプロイ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972800" y="4178808"/>
            <a:ext cx="868680" cy="6400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0" y="417880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331720" y="4498848"/>
            <a:ext cx="36576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160520" y="4498848"/>
            <a:ext cx="36576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977640" y="4151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問題なし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4498848"/>
            <a:ext cx="36576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652760" y="4498848"/>
            <a:ext cx="32004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0469880" y="4151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問題なし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423160" y="5486400"/>
            <a:ext cx="2377440" cy="731520"/>
          </a:xfrm>
          <a:prstGeom prst="roundRect">
            <a:avLst>
              <a:gd name="adj" fmla="val 11250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78024" y="54864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「設計書の××を〇〇に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修正して」と依頼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5093208"/>
            <a:ext cx="0" cy="393192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3566160" y="5193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修正が必要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371600" y="5852160"/>
            <a:ext cx="1051560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4956048"/>
            <a:ext cx="0" cy="896112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headEnd type="triangle"/>
          </a:ln>
        </p:spPr>
      </p:sp>
      <p:sp>
        <p:nvSpPr>
          <p:cNvPr id="56" name="Shape 54"/>
          <p:cNvSpPr/>
          <p:nvPr/>
        </p:nvSpPr>
        <p:spPr>
          <a:xfrm>
            <a:off x="8732520" y="5486400"/>
            <a:ext cx="2377440" cy="731520"/>
          </a:xfrm>
          <a:prstGeom prst="roundRect">
            <a:avLst>
              <a:gd name="adj" fmla="val 11250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87384" y="54864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「コードの××を〇〇に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修正して」と依頼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857232" y="5093208"/>
            <a:ext cx="0" cy="393192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9994392" y="5193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修正が必要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699248" y="5852160"/>
            <a:ext cx="1033272" cy="0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99248" y="4956048"/>
            <a:ext cx="0" cy="896112"/>
          </a:xfrm>
          <a:prstGeom prst="line">
            <a:avLst/>
          </a:prstGeom>
          <a:noFill/>
          <a:ln w="28575">
            <a:solidFill>
              <a:srgbClr val="8C8C8C"/>
            </a:solidFill>
            <a:prstDash val="solid"/>
            <a:headEnd type="triangle"/>
          </a:ln>
        </p:spPr>
      </p:sp>
      <p:sp>
        <p:nvSpPr>
          <p:cNvPr id="62" name="Text 60"/>
          <p:cNvSpPr/>
          <p:nvPr/>
        </p:nvSpPr>
        <p:spPr>
          <a:xfrm>
            <a:off x="411480" y="641908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仕様書（requirements.md）＝ インプットから要件・制約・前提条件を構造化した中間成果物。設計に入る前に、ここで認識の齟齬を潰す。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2026-07-17T02:43:36Z</dcterms:created>
  <dcterms:modified xsi:type="dcterms:W3CDTF">2026-07-17T02:43:36Z</dcterms:modified>
</cp:coreProperties>
</file>