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200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944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1サイクルの実演は1時間超かかるため、ライブ起動＋段階別の事前生成物で流れをお見せします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ライブデモ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335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デモの内容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62763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inputs/01〜04 に同一のインプットを配置し、段階ごとに生成を進めた成果物を outputs 配下に事前準備しています。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029968"/>
            <a:ext cx="2487168" cy="1280160"/>
          </a:xfrm>
          <a:prstGeom prst="roundRect">
            <a:avLst>
              <a:gd name="adj" fmla="val 3571"/>
            </a:avLst>
          </a:prstGeom>
          <a:solidFill>
            <a:srgbClr val="046A38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01-start-demo</a:t>
            </a:r>
            <a:endParaRPr lang="en-US" sz="105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950" dirty="0">
                <a:solidFill>
                  <a:srgbClr val="CFE4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インプットのみ配置</a:t>
            </a:r>
            <a:endParaRPr lang="en-US" sz="10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当日ここからライブ起動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54096" y="2551176"/>
            <a:ext cx="274320" cy="237744"/>
          </a:xfrm>
          <a:prstGeom prst="rightArrow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401568" y="2029968"/>
            <a:ext cx="2487168" cy="1280160"/>
          </a:xfrm>
          <a:prstGeom prst="roundRect">
            <a:avLst>
              <a:gd name="adj" fmla="val 3571"/>
            </a:avLst>
          </a:prstGeom>
          <a:solidFill>
            <a:srgbClr val="E9F2EB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02-spec-generated</a:t>
            </a:r>
            <a:endParaRPr lang="en-US" sz="10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仕様書（requirements.md）の生成まで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52744" y="2551176"/>
            <a:ext cx="274320" cy="237744"/>
          </a:xfrm>
          <a:prstGeom prst="rightArrow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300216" y="2029968"/>
            <a:ext cx="2487168" cy="1280160"/>
          </a:xfrm>
          <a:prstGeom prst="roundRect">
            <a:avLst>
              <a:gd name="adj" fmla="val 3571"/>
            </a:avLst>
          </a:prstGeom>
          <a:solidFill>
            <a:srgbClr val="E9F2EB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03-design-generated</a:t>
            </a:r>
            <a:endParaRPr lang="en-US" sz="10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＋仕様書を修正 → 設計書（design.md）の生成まで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851392" y="2551176"/>
            <a:ext cx="274320" cy="237744"/>
          </a:xfrm>
          <a:prstGeom prst="rightArrow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198864" y="2029968"/>
            <a:ext cx="2487168" cy="1280160"/>
          </a:xfrm>
          <a:prstGeom prst="roundRect">
            <a:avLst>
              <a:gd name="adj" fmla="val 3571"/>
            </a:avLst>
          </a:prstGeom>
          <a:solidFill>
            <a:srgbClr val="E9F2EB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04-code-generated</a:t>
            </a:r>
            <a:endParaRPr lang="en-US" sz="10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＋設計書を修正 → コード生成まで（1サイクル完走）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5295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当日の進め方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382219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 で /generate-design を実際に起動 → 途中でキャンセル → 「続けるとこうなる」を 02 → 03 → 04 の生成済み成果物で順に提示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407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6A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注目してほしいポイント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21208" y="4791456"/>
            <a:ext cx="100584" cy="100584"/>
          </a:xfrm>
          <a:prstGeom prst="rect">
            <a:avLst/>
          </a:prstGeom>
          <a:solidFill>
            <a:srgbClr val="046A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49808" y="471830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入力は「フォルダに置くだけ」</a:t>
            </a:r>
            <a:r>
              <a:rPr lang="en-US" sz="10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— チャット添付は不要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1208" y="5175504"/>
            <a:ext cx="100584" cy="100584"/>
          </a:xfrm>
          <a:prstGeom prst="rect">
            <a:avLst/>
          </a:prstGeom>
          <a:solidFill>
            <a:srgbClr val="046A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749808" y="510235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生成のたびに Kiro が停止</a:t>
            </a:r>
            <a:r>
              <a:rPr lang="en-US" sz="10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— 勝手に次へは進まない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1208" y="5559552"/>
            <a:ext cx="100584" cy="100584"/>
          </a:xfrm>
          <a:prstGeom prst="rect">
            <a:avLst/>
          </a:prstGeom>
          <a:solidFill>
            <a:srgbClr val="046A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49808" y="54864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[要確認] マークの実物</a:t>
            </a:r>
            <a:r>
              <a:rPr lang="en-US" sz="10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— 確定できない値は空欄にせず明示される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90488" y="4791456"/>
            <a:ext cx="100584" cy="100584"/>
          </a:xfrm>
          <a:prstGeom prst="rect">
            <a:avLst/>
          </a:prstGeom>
          <a:solidFill>
            <a:srgbClr val="046A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419088" y="4718304"/>
            <a:ext cx="5266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修正は「××を〇〇に修正して」</a:t>
            </a:r>
            <a:r>
              <a:rPr lang="en-US" sz="10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— 該当箇所だけが直る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90488" y="5175504"/>
            <a:ext cx="100584" cy="100584"/>
          </a:xfrm>
          <a:prstGeom prst="rect">
            <a:avLst/>
          </a:prstGeom>
          <a:solidFill>
            <a:srgbClr val="046A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419088" y="5102352"/>
            <a:ext cx="5266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成果物は Markdown 形式</a:t>
            </a:r>
            <a:r>
              <a:rPr lang="en-US" sz="1000" dirty="0">
                <a:solidFill>
                  <a:srgbClr val="3C3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— フォーマットは既存の基本設計書と同様（今後、Excel形式の出力も検討予定）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UI"/>
        <a:ea typeface="Yu Gothic U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 UI"/>
        <a:ea typeface="Yu Gothic U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Macintosh PowerPoint</Application>
  <PresentationFormat>ワイド画面</PresentationFormat>
  <Paragraphs>22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Yu Gothic UI</vt:lpstr>
      <vt:lpstr>Arial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暁せん 姫</cp:lastModifiedBy>
  <cp:revision>2</cp:revision>
  <dcterms:created xsi:type="dcterms:W3CDTF">2026-07-24T08:00:40Z</dcterms:created>
  <dcterms:modified xsi:type="dcterms:W3CDTF">2026-07-24T08:26:51Z</dcterms:modified>
</cp:coreProperties>
</file>