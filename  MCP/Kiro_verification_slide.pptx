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Kiro 検証フェーズ：ディレクトリ構成 ＆ 進め方ステップ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4592" y="594360"/>
            <a:ext cx="4160520" cy="4407408"/>
          </a:xfrm>
          <a:prstGeom prst="rect">
            <a:avLst/>
          </a:prstGeom>
          <a:solidFill>
            <a:srgbClr val="F4F6F4"/>
          </a:solidFill>
          <a:ln w="12700">
            <a:solidFill>
              <a:srgbClr val="C8D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94360"/>
            <a:ext cx="4160520" cy="347472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594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📁  検証フェーズ ディレクトリ構成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7744" y="1005840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2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37744" y="1181405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.kiro/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37744" y="1356970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steering/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7744" y="1532534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coding-standards.md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37744" y="1708099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terraform-rules.md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37744" y="1883664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spec-structure-rules.md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7744" y="2059229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specs/aws/ec2-rds-hub/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744" y="2234794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6B9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requirements.md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37744" y="2410358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6B9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design.md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37744" y="2585923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6B9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tasks.md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7744" y="2761488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skills/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7744" y="2937053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terraform-patterns/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37744" y="3112618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├── terraform.md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37744" y="3288182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└── references/module-catalog.md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37744" y="3463747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design-doc/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37744" y="3639312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design-doc.md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37744" y="3814877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└── references/design-template.md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37744" y="3990442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Eng-repos/AWSRepos/  ← 既存モジュール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37744" y="4166006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inputs/ec2-rds-hub/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7744" y="4341571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qa-table.md / .xlsx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37744" y="4517136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parameter-sheet.md / .xlsx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37744" y="4692701"/>
            <a:ext cx="39776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src/aws/ec2-rds-hub/  ← コード出力先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64592" y="4736592"/>
            <a:ext cx="4160520" cy="265176"/>
          </a:xfrm>
          <a:prstGeom prst="rect">
            <a:avLst/>
          </a:prstGeom>
          <a:solidFill>
            <a:srgbClr val="EAF4E8"/>
          </a:solidFill>
          <a:ln w="12700">
            <a:solidFill>
              <a:srgbClr val="76B9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4736592"/>
            <a:ext cx="4005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F2D"/>
                </a:solidFill>
              </a:rPr>
              <a:t>🟢 Kiroが自動生成・人間が承認　　🔵 Steeringは全Stepで自動適用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26280" y="594360"/>
            <a:ext cx="4462272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594360"/>
            <a:ext cx="4462272" cy="347472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594360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▶  検証の進め方ステップ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36008" y="996696"/>
            <a:ext cx="426110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996696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1　インプット格納 ＆ 起動指示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36008" y="1225296"/>
            <a:ext cx="4261104" cy="466344"/>
          </a:xfrm>
          <a:prstGeom prst="rect">
            <a:avLst/>
          </a:prstGeom>
          <a:solidFill>
            <a:srgbClr val="F8FC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225296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📁 inputs/ec2-rds-hub/ に qa-table・parameter-sheet を配置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709160" y="1380744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💬「#terraform-patterns #design-doc  QA票とパラメーターシートを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09160" y="1536192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    読み込み requirements.md を作成してください」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757416" y="1700784"/>
            <a:ext cx="0" cy="64008"/>
          </a:xfrm>
          <a:prstGeom prst="line">
            <a:avLst/>
          </a:prstGeom>
          <a:noFill/>
          <a:ln w="12700">
            <a:solidFill>
              <a:srgbClr val="4A8C3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636008" y="1801368"/>
            <a:ext cx="4261104" cy="228600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1801368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2　requirements.md 生成（人間レビュー・承認）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36008" y="2029968"/>
            <a:ext cx="4261104" cy="466344"/>
          </a:xfrm>
          <a:prstGeom prst="rect">
            <a:avLst/>
          </a:prstGeom>
          <a:solidFill>
            <a:srgbClr val="F8FCF8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2029968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📎 参照：qa-table / parameter-sheet / Steering（自動）/ module-catalog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09160" y="2185416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📄 生成：ユーザーストーリー / 機能要件 / 受け入れ基準（チェックボックス）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09160" y="2340864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✅ 人間：QA票の意図・パラメーター値を確認 → 承認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757416" y="2505456"/>
            <a:ext cx="0" cy="64008"/>
          </a:xfrm>
          <a:prstGeom prst="line">
            <a:avLst/>
          </a:prstGeom>
          <a:noFill/>
          <a:ln w="12700">
            <a:solidFill>
              <a:srgbClr val="4A8C3F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636008" y="2606040"/>
            <a:ext cx="4261104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2606040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3　design.md 生成（設計書フォーマット確認）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36008" y="2834640"/>
            <a:ext cx="4261104" cy="466344"/>
          </a:xfrm>
          <a:prstGeom prst="rect">
            <a:avLst/>
          </a:prstGeom>
          <a:solidFill>
            <a:srgbClr val="F8FC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2834640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💬「requirements.md の内容で design-template.md に従い設計書を作成」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709160" y="2990088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📎 参照：requirements.md / design-template.md / parameter-sheet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709160" y="3145536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📄 生成：アーキテクチャ概要 / コンポーネント設計（実値） /【要確認】項目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757416" y="3310128"/>
            <a:ext cx="0" cy="64008"/>
          </a:xfrm>
          <a:prstGeom prst="line">
            <a:avLst/>
          </a:prstGeom>
          <a:noFill/>
          <a:ln w="12700">
            <a:solidFill>
              <a:srgbClr val="4A8C3F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636008" y="3410712"/>
            <a:ext cx="4261104" cy="228600"/>
          </a:xfrm>
          <a:prstGeom prst="rect">
            <a:avLst/>
          </a:prstGeom>
          <a:solidFill>
            <a:srgbClr val="B07A00"/>
          </a:solidFill>
          <a:ln w="12700">
            <a:solidFill>
              <a:srgbClr val="B07A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81728" y="3410712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4　tasks.md 生成 → Terraform コード一式出力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36008" y="3639312"/>
            <a:ext cx="4261104" cy="466344"/>
          </a:xfrm>
          <a:prstGeom prst="rect">
            <a:avLst/>
          </a:prstGeom>
          <a:solidFill>
            <a:srgbClr val="F8FCF8"/>
          </a:solidFill>
          <a:ln w="12700">
            <a:solidFill>
              <a:srgbClr val="B07A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3639312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💬「design.md を元にタスクリスト作成（デプロイスクリプト不要）」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709160" y="3794760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💬「Eng-repos/AWSRepos/ の既存モジュール優先でコード生成」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709160" y="3950208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✅ Supervised Mode で Hunk 単位レビュー → 承認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757416" y="4114800"/>
            <a:ext cx="0" cy="64008"/>
          </a:xfrm>
          <a:prstGeom prst="line">
            <a:avLst/>
          </a:prstGeom>
          <a:noFill/>
          <a:ln w="12700">
            <a:solidFill>
              <a:srgbClr val="4A8C3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636008" y="4215384"/>
            <a:ext cx="4261104" cy="22860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81728" y="4215384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5　人間がデプロイ・動作確認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36008" y="4443984"/>
            <a:ext cx="4261104" cy="466344"/>
          </a:xfrm>
          <a:prstGeom prst="rect">
            <a:avLst/>
          </a:prstGeom>
          <a:solidFill>
            <a:srgbClr val="F8FCF8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4443984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🖥  terraform plan を実行して差分を確認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709160" y="4599432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🚀 terraform apply を手動実行（自動デプロイなし）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709160" y="4754880"/>
            <a:ext cx="415137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✅ requirements.md の受け入れ基準チェックリストを全項目クリアで完了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2026-04-24T00:06:52Z</dcterms:created>
  <dcterms:modified xsi:type="dcterms:W3CDTF">2026-04-24T00:06:52Z</dcterms:modified>
</cp:coreProperties>
</file>