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Kiro 検証フェーズ：ディレクトリ構成 ＆ 進め方ステップ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64592" y="594360"/>
            <a:ext cx="4160520" cy="4407408"/>
          </a:xfrm>
          <a:prstGeom prst="rect">
            <a:avLst/>
          </a:prstGeom>
          <a:solidFill>
            <a:srgbClr val="F4F6F4"/>
          </a:solidFill>
          <a:ln w="12700">
            <a:solidFill>
              <a:srgbClr val="C8D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594360"/>
            <a:ext cx="4160520" cy="347472"/>
          </a:xfrm>
          <a:prstGeom prst="rect">
            <a:avLst/>
          </a:prstGeom>
          <a:solidFill>
            <a:srgbClr val="4A8C3F"/>
          </a:solidFill>
          <a:ln w="12700">
            <a:solidFill>
              <a:srgbClr val="4A8C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5943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📁  検証フェーズ ディレクトリ構成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37744" y="1005840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2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workspace/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37744" y="1181405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.kiro/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37744" y="1356970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5C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steering/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37744" y="1532534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4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coding-standards.md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37744" y="1708099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4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terraform-rules.md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37744" y="1883664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4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spec-structure-rules.md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37744" y="2059229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5C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specs/aws/ec2-rds-hub/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37744" y="2234794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6B9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requirements.md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37744" y="2410358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6B9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design.md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37744" y="2585923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6B9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tasks.md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37744" y="2761488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5C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skills/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37744" y="2937053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4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terraform-patterns/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37744" y="3112618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4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│   ├── terraform.md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37744" y="3288182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4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│   └── references/module-catalog.md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37744" y="3463747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4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design-doc/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37744" y="3639312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4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├── design-doc.md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37744" y="3814877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4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└── references/design-template.md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37744" y="3990442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5C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Eng-repos/AWSRepos/  ← 既存モジュール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37744" y="4166006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5C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inputs/ec2-rds-hub/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37744" y="4341571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4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qa-table.md / .xlsx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37744" y="4517136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4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parameter-sheet.md / .xlsx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37744" y="4692701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5C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src/aws/ec2-rds-hub/  ← コード出力先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64592" y="4736592"/>
            <a:ext cx="4160520" cy="265176"/>
          </a:xfrm>
          <a:prstGeom prst="rect">
            <a:avLst/>
          </a:prstGeom>
          <a:solidFill>
            <a:srgbClr val="EAF4E8"/>
          </a:solidFill>
          <a:ln w="12700">
            <a:solidFill>
              <a:srgbClr val="76B9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4736592"/>
            <a:ext cx="40050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F2D"/>
                </a:solidFill>
              </a:rPr>
              <a:t>🟢 Kiroが自動生成・人間が承認　　🔵 Steeringは全Stepで自動適用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26280" y="594360"/>
            <a:ext cx="4462272" cy="44074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26280" y="594360"/>
            <a:ext cx="4462272" cy="347472"/>
          </a:xfrm>
          <a:prstGeom prst="rect">
            <a:avLst/>
          </a:prstGeom>
          <a:solidFill>
            <a:srgbClr val="4A8C3F"/>
          </a:solidFill>
          <a:ln w="12700">
            <a:solidFill>
              <a:srgbClr val="4A8C3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594360"/>
            <a:ext cx="4325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▶  検証の進め方ステップ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36008" y="996696"/>
            <a:ext cx="237744" cy="694944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36008" y="996696"/>
            <a:ext cx="237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873752" y="996696"/>
            <a:ext cx="4023360" cy="694944"/>
          </a:xfrm>
          <a:prstGeom prst="rect">
            <a:avLst/>
          </a:prstGeom>
          <a:solidFill>
            <a:srgbClr val="EEF7D6"/>
          </a:solidFill>
          <a:ln w="12700">
            <a:solidFill>
              <a:srgbClr val="D4EA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28616" y="1005840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E0F"/>
                </a:solidFill>
              </a:rPr>
              <a:t>STEP 1　インプット格納 ＆ 起動指示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910328" y="1211580"/>
            <a:ext cx="3931920" cy="0"/>
          </a:xfrm>
          <a:prstGeom prst="line">
            <a:avLst/>
          </a:prstGeom>
          <a:noFill/>
          <a:ln w="12700">
            <a:solidFill>
              <a:srgbClr val="86BC2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1225296"/>
            <a:ext cx="3877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📁  inputs/ec2-rds-hub/ に  qa-table・parameter-sheet を配置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937760" y="1377086"/>
            <a:ext cx="3877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💬  「#terraform-patterns #design-doc  QA票とパラメーターシートを読み込み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937760" y="1528877"/>
            <a:ext cx="3877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      requirements.md を作成してください」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766560" y="1696212"/>
            <a:ext cx="0" cy="73152"/>
          </a:xfrm>
          <a:prstGeom prst="line">
            <a:avLst/>
          </a:prstGeom>
          <a:noFill/>
          <a:ln w="12700">
            <a:solidFill>
              <a:srgbClr val="86BC25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4636008" y="1783080"/>
            <a:ext cx="237744" cy="694944"/>
          </a:xfrm>
          <a:prstGeom prst="rect">
            <a:avLst/>
          </a:prstGeom>
          <a:solidFill>
            <a:srgbClr val="98C73F"/>
          </a:solidFill>
          <a:ln w="12700">
            <a:solidFill>
              <a:srgbClr val="98C73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36008" y="1783080"/>
            <a:ext cx="237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873752" y="1783080"/>
            <a:ext cx="4023360" cy="694944"/>
          </a:xfrm>
          <a:prstGeom prst="rect">
            <a:avLst/>
          </a:prstGeom>
          <a:solidFill>
            <a:srgbClr val="F2F9DE"/>
          </a:solidFill>
          <a:ln w="12700">
            <a:solidFill>
              <a:srgbClr val="D4EA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28616" y="1792224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E0F"/>
                </a:solidFill>
              </a:rPr>
              <a:t>STEP 2　requirements.md 生成（人間レビュー・承認）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910328" y="1997964"/>
            <a:ext cx="3931920" cy="0"/>
          </a:xfrm>
          <a:prstGeom prst="line">
            <a:avLst/>
          </a:prstGeom>
          <a:noFill/>
          <a:ln w="12700">
            <a:solidFill>
              <a:srgbClr val="98C73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2011680"/>
            <a:ext cx="3877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📎  参照：qa-table / parameter-sheet / Steering（自動）/ module-catalog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937760" y="2163470"/>
            <a:ext cx="3877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📄  生成：ユーザーストーリー / 機能要件 / 受け入れ基準（チェックボックス）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937760" y="2315261"/>
            <a:ext cx="3877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✅  人間：QA票の意図・パラメーター値を確認 → 承認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766560" y="2482596"/>
            <a:ext cx="0" cy="73152"/>
          </a:xfrm>
          <a:prstGeom prst="line">
            <a:avLst/>
          </a:prstGeom>
          <a:noFill/>
          <a:ln w="12700">
            <a:solidFill>
              <a:srgbClr val="86BC25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4636008" y="2569464"/>
            <a:ext cx="237744" cy="694944"/>
          </a:xfrm>
          <a:prstGeom prst="rect">
            <a:avLst/>
          </a:prstGeom>
          <a:solidFill>
            <a:srgbClr val="AACF5A"/>
          </a:solidFill>
          <a:ln w="12700">
            <a:solidFill>
              <a:srgbClr val="AACF5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36008" y="2569464"/>
            <a:ext cx="237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0F"/>
                </a:solidFill>
              </a:rPr>
              <a:t>3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4873752" y="2569464"/>
            <a:ext cx="4023360" cy="694944"/>
          </a:xfrm>
          <a:prstGeom prst="rect">
            <a:avLst/>
          </a:prstGeom>
          <a:solidFill>
            <a:srgbClr val="F6FBE6"/>
          </a:solidFill>
          <a:ln w="12700">
            <a:solidFill>
              <a:srgbClr val="D4EAA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28616" y="2578608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E0F"/>
                </a:solidFill>
              </a:rPr>
              <a:t>STEP 3　design.md 生成（設計書フォーマット確認）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910328" y="2784348"/>
            <a:ext cx="3931920" cy="0"/>
          </a:xfrm>
          <a:prstGeom prst="line">
            <a:avLst/>
          </a:prstGeom>
          <a:noFill/>
          <a:ln w="12700">
            <a:solidFill>
              <a:srgbClr val="AACF5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37760" y="2798064"/>
            <a:ext cx="3877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💬  「requirements.md の内容で design-template.md に従い設計書を作成」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4937760" y="2949854"/>
            <a:ext cx="3877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📎  参照：requirements.md / design-template.md / parameter-sheet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4937760" y="3101645"/>
            <a:ext cx="3877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📄  生成：アーキテクチャ概要 / コンポーネント設計（実値）/【要確認】項目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766560" y="3268980"/>
            <a:ext cx="0" cy="73152"/>
          </a:xfrm>
          <a:prstGeom prst="line">
            <a:avLst/>
          </a:prstGeom>
          <a:noFill/>
          <a:ln w="12700">
            <a:solidFill>
              <a:srgbClr val="86BC25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4636008" y="3355848"/>
            <a:ext cx="237744" cy="694944"/>
          </a:xfrm>
          <a:prstGeom prst="rect">
            <a:avLst/>
          </a:prstGeom>
          <a:solidFill>
            <a:srgbClr val="BBDB72"/>
          </a:solidFill>
          <a:ln w="12700">
            <a:solidFill>
              <a:srgbClr val="BBDB7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36008" y="3355848"/>
            <a:ext cx="237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0F"/>
                </a:solidFill>
              </a:rPr>
              <a:t>4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4873752" y="3355848"/>
            <a:ext cx="4023360" cy="694944"/>
          </a:xfrm>
          <a:prstGeom prst="rect">
            <a:avLst/>
          </a:prstGeom>
          <a:solidFill>
            <a:srgbClr val="F9FDEF"/>
          </a:solidFill>
          <a:ln w="12700">
            <a:solidFill>
              <a:srgbClr val="D4EAA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364992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E0F"/>
                </a:solidFill>
              </a:rPr>
              <a:t>STEP 4　tasks.md 生成 → Terraform コード一式出力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910328" y="3570732"/>
            <a:ext cx="3931920" cy="0"/>
          </a:xfrm>
          <a:prstGeom prst="line">
            <a:avLst/>
          </a:prstGeom>
          <a:noFill/>
          <a:ln w="12700">
            <a:solidFill>
              <a:srgbClr val="BBDB7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37760" y="3584448"/>
            <a:ext cx="3877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💬  「design.md を元にタスクリスト作成（デプロイスクリプト不要）」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4937760" y="3736238"/>
            <a:ext cx="3877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💬  「Eng-repos/AWSRepos/ の既存モジュール優先でコード生成」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4937760" y="3888029"/>
            <a:ext cx="3877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✅  Supervised Mode で Hunk 単位レビュー → 承認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6766560" y="4055364"/>
            <a:ext cx="0" cy="73152"/>
          </a:xfrm>
          <a:prstGeom prst="line">
            <a:avLst/>
          </a:prstGeom>
          <a:noFill/>
          <a:ln w="12700">
            <a:solidFill>
              <a:srgbClr val="86BC25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4636008" y="4142232"/>
            <a:ext cx="237744" cy="694944"/>
          </a:xfrm>
          <a:prstGeom prst="rect">
            <a:avLst/>
          </a:prstGeom>
          <a:solidFill>
            <a:srgbClr val="CDE48C"/>
          </a:solidFill>
          <a:ln w="12700">
            <a:solidFill>
              <a:srgbClr val="CDE48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36008" y="4142232"/>
            <a:ext cx="237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0F"/>
                </a:solidFill>
              </a:rPr>
              <a:t>5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4873752" y="4142232"/>
            <a:ext cx="4023360" cy="694944"/>
          </a:xfrm>
          <a:prstGeom prst="rect">
            <a:avLst/>
          </a:prstGeom>
          <a:solidFill>
            <a:srgbClr val="FCFEF5"/>
          </a:solidFill>
          <a:ln w="12700">
            <a:solidFill>
              <a:srgbClr val="D4EAA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928616" y="4151376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E0F"/>
                </a:solidFill>
              </a:rPr>
              <a:t>STEP 5　人間がデプロイ・動作確認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910328" y="4357116"/>
            <a:ext cx="3931920" cy="0"/>
          </a:xfrm>
          <a:prstGeom prst="line">
            <a:avLst/>
          </a:prstGeom>
          <a:noFill/>
          <a:ln w="12700">
            <a:solidFill>
              <a:srgbClr val="CDE48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937760" y="4370832"/>
            <a:ext cx="3877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🖥   terraform plan を実行して差分を確認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4937760" y="4522622"/>
            <a:ext cx="3877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🚀  terraform apply を手動実行（自動デプロイなし）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4937760" y="4674413"/>
            <a:ext cx="3877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✅  requirements.md の受け入れ基準チェックリストを全項目クリアで完了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2026-04-24T01:05:14Z</dcterms:created>
  <dcterms:modified xsi:type="dcterms:W3CDTF">2026-04-24T01:05:14Z</dcterms:modified>
</cp:coreProperties>
</file>