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Kiro 仕様駆動開発：指示パターン ＆ 検証フロー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37160" y="530352"/>
            <a:ext cx="8869680" cy="274320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5303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Kiro への指示パターン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850392"/>
            <a:ext cx="4343400" cy="246888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" y="850392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パターン A　基本設計書の作成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" y="1097280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指示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667512" y="1097280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097280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「{案件名} の基本設計書を作成してください」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7160" y="1293876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" y="1293876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参照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67512" y="1293876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293876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QA.xlsx / インフラ基本設計書.xlsx / design-doc.md / Steering（自動）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37160" y="1490472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" y="1490472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出力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667512" y="1490472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490472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specs/aws/{案件名}/  →  requirements.md  →  design.md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7160" y="1687068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" y="1687068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承認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67512" y="1687068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1687068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各フェーズで人間がレビュー・承認してから次フェーズへ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63440" y="850392"/>
            <a:ext cx="4343400" cy="24688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850392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パターン B　Terraform コードの作成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1097280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指示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193792" y="1097280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1097280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「{案件名} の Terraform コードを作成してください」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63440" y="1293876"/>
            <a:ext cx="530352" cy="393192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1293876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参照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193792" y="1293876"/>
            <a:ext cx="381304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1293876"/>
            <a:ext cx="3739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QA.xlsx / インフラ基本設計書.xlsx / terraform.md 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aws-module-catalog.md / Eng-repos/AWSRepos/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63440" y="1687068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1687068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出力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193792" y="1687068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1687068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specs/aws/{案件名}/( requirements / design / tasks )  +  src/aws/{案件名}/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663440" y="1883664"/>
            <a:ext cx="530352" cy="196596"/>
          </a:xfrm>
          <a:prstGeom prst="rect">
            <a:avLst/>
          </a:prstGeom>
          <a:solidFill>
            <a:srgbClr val="E4F0DA"/>
          </a:solidFill>
          <a:ln w="12700">
            <a:solidFill>
              <a:srgbClr val="C4D8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1883664"/>
            <a:ext cx="4754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C5F2D"/>
                </a:solidFill>
              </a:rPr>
              <a:t>承認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5193792" y="1883664"/>
            <a:ext cx="3813048" cy="196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1883664"/>
            <a:ext cx="373989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E1A"/>
                </a:solidFill>
              </a:rPr>
              <a:t>各フェーズで人間がレビュー・承認してから次フェーズへ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7160" y="2176272"/>
            <a:ext cx="4343400" cy="25603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" y="217627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進め方（パターン A 例）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176272"/>
            <a:ext cx="4343400" cy="25603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17627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進め方（パターン B 例）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7160" y="2450592"/>
            <a:ext cx="219456" cy="795528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2450592"/>
            <a:ext cx="2194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6616" y="2450592"/>
            <a:ext cx="4123944" cy="795528"/>
          </a:xfrm>
          <a:prstGeom prst="rect">
            <a:avLst/>
          </a:prstGeom>
          <a:solidFill>
            <a:srgbClr val="EEF7D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2459736"/>
            <a:ext cx="4014216" cy="334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インプット格納 ＆ 起動指示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93192" y="2792669"/>
            <a:ext cx="4032504" cy="0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808580"/>
            <a:ext cx="401421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inputs/aws/{案件名}/ に QA票・設計書を配置 → 「基本設計書を作成してください」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2308860" y="3249778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37160" y="3328416"/>
            <a:ext cx="219456" cy="795528"/>
          </a:xfrm>
          <a:prstGeom prst="rect">
            <a:avLst/>
          </a:prstGeom>
          <a:solidFill>
            <a:srgbClr val="98C73F"/>
          </a:solidFill>
          <a:ln w="12700">
            <a:solidFill>
              <a:srgbClr val="98C73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3328416"/>
            <a:ext cx="2194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56616" y="3328416"/>
            <a:ext cx="4123944" cy="795528"/>
          </a:xfrm>
          <a:prstGeom prst="rect">
            <a:avLst/>
          </a:prstGeom>
          <a:solidFill>
            <a:srgbClr val="F2F9DE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337560"/>
            <a:ext cx="4014216" cy="334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requirements.md 生成（レビュー・承認）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3192" y="3670493"/>
            <a:ext cx="4032504" cy="0"/>
          </a:xfrm>
          <a:prstGeom prst="line">
            <a:avLst/>
          </a:prstGeom>
          <a:noFill/>
          <a:ln w="12700">
            <a:solidFill>
              <a:srgbClr val="98C7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686404"/>
            <a:ext cx="401421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参照 : QA.xlsx / インフラ基本設計書.xlsx / Steering　→　人間が承認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2308860" y="4127602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37160" y="4206240"/>
            <a:ext cx="219456" cy="795528"/>
          </a:xfrm>
          <a:prstGeom prst="rect">
            <a:avLst/>
          </a:prstGeom>
          <a:solidFill>
            <a:srgbClr val="AACF5A"/>
          </a:solidFill>
          <a:ln w="12700">
            <a:solidFill>
              <a:srgbClr val="AACF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4206240"/>
            <a:ext cx="2194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0F"/>
                </a:solidFill>
              </a:rPr>
              <a:t>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56616" y="4206240"/>
            <a:ext cx="4123944" cy="795528"/>
          </a:xfrm>
          <a:prstGeom prst="rect">
            <a:avLst/>
          </a:prstGeom>
          <a:solidFill>
            <a:srgbClr val="F6FBE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215384"/>
            <a:ext cx="4014216" cy="334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design.md 生成（レビュー・承認）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93192" y="4548317"/>
            <a:ext cx="4032504" cy="0"/>
          </a:xfrm>
          <a:prstGeom prst="line">
            <a:avLst/>
          </a:prstGeom>
          <a:noFill/>
          <a:ln w="12700">
            <a:solidFill>
              <a:srgbClr val="AACF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564228"/>
            <a:ext cx="4014216" cy="41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参照 : requirements.md / インフラ基本設計書.xlsx　→　人間が承認 → 完了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4663440" y="2450592"/>
            <a:ext cx="219456" cy="444398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2450592"/>
            <a:ext cx="2194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882896" y="2450592"/>
            <a:ext cx="4123944" cy="444398"/>
          </a:xfrm>
          <a:prstGeom prst="rect">
            <a:avLst/>
          </a:prstGeom>
          <a:solidFill>
            <a:srgbClr val="EEF7D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0" y="2459736"/>
            <a:ext cx="4014216" cy="18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インプット格納 ＆ 起動指示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919472" y="2641683"/>
            <a:ext cx="4032504" cy="0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2650571"/>
            <a:ext cx="4014216" cy="23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inputs/aws/{案件名}/ に QA票・設計書を配置 → 「コードを作成してください」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6835140" y="2898648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663440" y="2977286"/>
            <a:ext cx="219456" cy="444398"/>
          </a:xfrm>
          <a:prstGeom prst="rect">
            <a:avLst/>
          </a:prstGeom>
          <a:solidFill>
            <a:srgbClr val="98C73F"/>
          </a:solidFill>
          <a:ln w="12700">
            <a:solidFill>
              <a:srgbClr val="98C7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2977286"/>
            <a:ext cx="2194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882896" y="2977286"/>
            <a:ext cx="4123944" cy="444398"/>
          </a:xfrm>
          <a:prstGeom prst="rect">
            <a:avLst/>
          </a:prstGeom>
          <a:solidFill>
            <a:srgbClr val="F2F9DE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37760" y="2986430"/>
            <a:ext cx="4014216" cy="18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requirements.md 生成（レビュー・承認）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919472" y="3168378"/>
            <a:ext cx="4032504" cy="0"/>
          </a:xfrm>
          <a:prstGeom prst="line">
            <a:avLst/>
          </a:prstGeom>
          <a:noFill/>
          <a:ln w="12700">
            <a:solidFill>
              <a:srgbClr val="98C7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0" y="3177266"/>
            <a:ext cx="4014216" cy="23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参照 : QA.xlsx / インフラ基本設計書.xlsx / Steering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6835140" y="3425342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663440" y="3503981"/>
            <a:ext cx="219456" cy="444398"/>
          </a:xfrm>
          <a:prstGeom prst="rect">
            <a:avLst/>
          </a:prstGeom>
          <a:solidFill>
            <a:srgbClr val="AACF5A"/>
          </a:solidFill>
          <a:ln w="12700">
            <a:solidFill>
              <a:srgbClr val="AACF5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3440" y="3503981"/>
            <a:ext cx="2194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0F"/>
                </a:solidFill>
              </a:rPr>
              <a:t>3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882896" y="3503981"/>
            <a:ext cx="4123944" cy="444398"/>
          </a:xfrm>
          <a:prstGeom prst="rect">
            <a:avLst/>
          </a:prstGeom>
          <a:solidFill>
            <a:srgbClr val="F6FBE6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37760" y="3513125"/>
            <a:ext cx="4014216" cy="18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design.md 生成（レビュー・承認）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919472" y="3695072"/>
            <a:ext cx="4032504" cy="0"/>
          </a:xfrm>
          <a:prstGeom prst="line">
            <a:avLst/>
          </a:prstGeom>
          <a:noFill/>
          <a:ln w="12700">
            <a:solidFill>
              <a:srgbClr val="AACF5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37760" y="3703960"/>
            <a:ext cx="4014216" cy="23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参照 : requirements.md / インフラ基本設計書.xlsx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6835140" y="3952037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663440" y="4030675"/>
            <a:ext cx="219456" cy="444398"/>
          </a:xfrm>
          <a:prstGeom prst="rect">
            <a:avLst/>
          </a:prstGeom>
          <a:solidFill>
            <a:srgbClr val="BBDB72"/>
          </a:solidFill>
          <a:ln w="12700">
            <a:solidFill>
              <a:srgbClr val="BBDB7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63440" y="4030675"/>
            <a:ext cx="2194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0F"/>
                </a:solidFill>
              </a:rPr>
              <a:t>4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4882896" y="4030675"/>
            <a:ext cx="4123944" cy="444398"/>
          </a:xfrm>
          <a:prstGeom prst="rect">
            <a:avLst/>
          </a:prstGeom>
          <a:solidFill>
            <a:srgbClr val="F9FDEF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37760" y="4039819"/>
            <a:ext cx="4014216" cy="18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tasks.md 生成 → コード一式出力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919472" y="4221767"/>
            <a:ext cx="4032504" cy="0"/>
          </a:xfrm>
          <a:prstGeom prst="line">
            <a:avLst/>
          </a:prstGeom>
          <a:noFill/>
          <a:ln w="12700">
            <a:solidFill>
              <a:srgbClr val="BBDB7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37760" y="4230654"/>
            <a:ext cx="4014216" cy="23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参照 : design.md / Eng-repos/AWSRepos/ / module-catalog　→　Hunk レビュー・承認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6835140" y="4478731"/>
            <a:ext cx="0" cy="73152"/>
          </a:xfrm>
          <a:prstGeom prst="line">
            <a:avLst/>
          </a:prstGeom>
          <a:noFill/>
          <a:ln w="12700">
            <a:solidFill>
              <a:srgbClr val="86BC25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4663440" y="4557370"/>
            <a:ext cx="219456" cy="444398"/>
          </a:xfrm>
          <a:prstGeom prst="rect">
            <a:avLst/>
          </a:prstGeom>
          <a:solidFill>
            <a:srgbClr val="CDE48C"/>
          </a:solidFill>
          <a:ln w="12700">
            <a:solidFill>
              <a:srgbClr val="CDE48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0" y="4557370"/>
            <a:ext cx="2194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0F"/>
                </a:solidFill>
              </a:rPr>
              <a:t>5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4882896" y="4557370"/>
            <a:ext cx="4123944" cy="444398"/>
          </a:xfrm>
          <a:prstGeom prst="rect">
            <a:avLst/>
          </a:prstGeom>
          <a:solidFill>
            <a:srgbClr val="FCFEF5"/>
          </a:solidFill>
          <a:ln w="12700">
            <a:solidFill>
              <a:srgbClr val="D4EAA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37760" y="4566514"/>
            <a:ext cx="4014216" cy="186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3E0F"/>
                </a:solidFill>
              </a:rPr>
              <a:t>人間がデプロイ・動作確認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919472" y="4748461"/>
            <a:ext cx="4032504" cy="0"/>
          </a:xfrm>
          <a:prstGeom prst="line">
            <a:avLst/>
          </a:prstGeom>
          <a:noFill/>
          <a:ln w="12700">
            <a:solidFill>
              <a:srgbClr val="CDE48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37760" y="4757349"/>
            <a:ext cx="4014216" cy="23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A2E1A"/>
                </a:solidFill>
              </a:rPr>
              <a:t>terraform plan → 差分確認 → terraform apply を手動実行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2026-04-28T03:23:25Z</dcterms:created>
  <dcterms:modified xsi:type="dcterms:W3CDTF">2026-04-28T03:23:25Z</dcterms:modified>
</cp:coreProperties>
</file>