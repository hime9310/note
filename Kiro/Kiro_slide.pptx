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Kiro 仕様駆動開発：指示パターン ＆ 検証フロー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4592" y="594360"/>
            <a:ext cx="4160520" cy="4407408"/>
          </a:xfrm>
          <a:prstGeom prst="rect">
            <a:avLst/>
          </a:prstGeom>
          <a:solidFill>
            <a:srgbClr val="F5F7F5"/>
          </a:solidFill>
          <a:ln w="12700">
            <a:solidFill>
              <a:srgbClr val="C8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94360"/>
            <a:ext cx="4160520" cy="34747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94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Kiro への指示パターン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" y="1005840"/>
            <a:ext cx="3913632" cy="246888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058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パターン A　基本設計書の作成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7744" y="1252728"/>
            <a:ext cx="585216" cy="214884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52728"/>
            <a:ext cx="53035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指示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22960" y="1252728"/>
            <a:ext cx="3328416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252728"/>
            <a:ext cx="3255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「{案件名} の基本設計書を作成してください」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237744" y="1467612"/>
            <a:ext cx="585216" cy="214884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467612"/>
            <a:ext cx="53035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参照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22960" y="1467612"/>
            <a:ext cx="3328416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467612"/>
            <a:ext cx="3255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QA.xlsx / インフラ基本設計書.xlsx / design-doc.md / Steering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37744" y="1682496"/>
            <a:ext cx="585216" cy="214884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82496"/>
            <a:ext cx="53035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出力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22960" y="1682496"/>
            <a:ext cx="3328416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682496"/>
            <a:ext cx="3255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specs/aws/{案件名}/requirements.md  →  design.md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237744" y="1897380"/>
            <a:ext cx="585216" cy="214884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897380"/>
            <a:ext cx="53035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承認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22960" y="1897380"/>
            <a:ext cx="3328416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1897380"/>
            <a:ext cx="3255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各フェーズで人間がレビュー・承認してから次フェーズへ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37744" y="2167128"/>
            <a:ext cx="3913632" cy="0"/>
          </a:xfrm>
          <a:prstGeom prst="line">
            <a:avLst/>
          </a:prstGeom>
          <a:noFill/>
          <a:ln w="12700">
            <a:solidFill>
              <a:srgbClr val="C8D8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" y="2258568"/>
            <a:ext cx="3913632" cy="2468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2585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パターン B　Terraform コードの作成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7744" y="2505456"/>
            <a:ext cx="585216" cy="214884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505456"/>
            <a:ext cx="53035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指示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2960" y="2505456"/>
            <a:ext cx="3328416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2505456"/>
            <a:ext cx="3255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「{案件名} の Terraform コードを作成してください」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237744" y="2720340"/>
            <a:ext cx="585216" cy="429768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720340"/>
            <a:ext cx="530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参照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22960" y="2720340"/>
            <a:ext cx="3328416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2720340"/>
            <a:ext cx="3255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QA.xlsx / インフラ基本設計書.xlsx / terraform.md /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aws-module-catalog.md / Eng-repos/AWSRepos/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37744" y="3150108"/>
            <a:ext cx="585216" cy="214884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150108"/>
            <a:ext cx="53035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出力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22960" y="3150108"/>
            <a:ext cx="3328416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150108"/>
            <a:ext cx="3255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specs/aws/{案件名}/ ( requirements / design / tasks )  +  src/aws/{案件名}/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37744" y="3364992"/>
            <a:ext cx="585216" cy="214884"/>
          </a:xfrm>
          <a:prstGeom prst="rect">
            <a:avLst/>
          </a:prstGeom>
          <a:solidFill>
            <a:srgbClr val="E8F2E0"/>
          </a:solidFill>
          <a:ln w="12700">
            <a:solidFill>
              <a:srgbClr val="C8DD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364992"/>
            <a:ext cx="53035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C5F2D"/>
                </a:solidFill>
              </a:rPr>
              <a:t>承認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22960" y="3364992"/>
            <a:ext cx="3328416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3364992"/>
            <a:ext cx="325526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各フェーズで人間がレビュー・承認してから次フェーズへ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164592" y="4736592"/>
            <a:ext cx="4160520" cy="265176"/>
          </a:xfrm>
          <a:prstGeom prst="rect">
            <a:avLst/>
          </a:prstGeom>
          <a:solidFill>
            <a:srgbClr val="EAF4E8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4736592"/>
            <a:ext cx="4005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F2D"/>
                </a:solidFill>
              </a:rPr>
              <a:t>ディレクトリ構成の詳細  :  workspace-tree.html を参照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594360"/>
            <a:ext cx="4462272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26280" y="594360"/>
            <a:ext cx="4462272" cy="34747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594360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進め方ステップ（パターン B 例）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36008" y="996696"/>
            <a:ext cx="237744" cy="658368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996696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873752" y="996696"/>
            <a:ext cx="4023360" cy="658368"/>
          </a:xfrm>
          <a:prstGeom prst="rect">
            <a:avLst/>
          </a:prstGeom>
          <a:solidFill>
            <a:srgbClr val="EEF7D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100584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1   インプット格納 ＆ 起動指示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10328" y="1202436"/>
            <a:ext cx="3931920" cy="0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122072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inputs/aws/{案件名}/ に QA票・設計書ファイルを配置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937760" y="142646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「{案件名} の Terraform コードを作成してください」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766560" y="1659636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636008" y="1746504"/>
            <a:ext cx="237744" cy="658368"/>
          </a:xfrm>
          <a:prstGeom prst="rect">
            <a:avLst/>
          </a:prstGeom>
          <a:solidFill>
            <a:srgbClr val="98C73F"/>
          </a:solidFill>
          <a:ln w="12700">
            <a:solidFill>
              <a:srgbClr val="98C73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36008" y="1746504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873752" y="1746504"/>
            <a:ext cx="4023360" cy="658368"/>
          </a:xfrm>
          <a:prstGeom prst="rect">
            <a:avLst/>
          </a:prstGeom>
          <a:solidFill>
            <a:srgbClr val="F2F9DE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28616" y="175564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2   requirements.md 生成（レビュー・承認）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10328" y="1952244"/>
            <a:ext cx="3931920" cy="0"/>
          </a:xfrm>
          <a:prstGeom prst="line">
            <a:avLst/>
          </a:prstGeom>
          <a:noFill/>
          <a:ln w="12700">
            <a:solidFill>
              <a:srgbClr val="98C7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197053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参照 : QA.xlsx / インフラ基本設計書.xlsx / Steering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4937760" y="217627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人間 : 要件・受け入れ基準を確認して承認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6766560" y="2409444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636008" y="2496312"/>
            <a:ext cx="237744" cy="658368"/>
          </a:xfrm>
          <a:prstGeom prst="rect">
            <a:avLst/>
          </a:prstGeom>
          <a:solidFill>
            <a:srgbClr val="AACF5A"/>
          </a:solidFill>
          <a:ln w="12700">
            <a:solidFill>
              <a:srgbClr val="AACF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36008" y="2496312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0F"/>
                </a:solidFill>
              </a:rPr>
              <a:t>3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4873752" y="2496312"/>
            <a:ext cx="4023360" cy="658368"/>
          </a:xfrm>
          <a:prstGeom prst="rect">
            <a:avLst/>
          </a:prstGeom>
          <a:solidFill>
            <a:srgbClr val="F6FBE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28616" y="25054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3   design.md 生成（レビュー・承認）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910328" y="2702052"/>
            <a:ext cx="3931920" cy="0"/>
          </a:xfrm>
          <a:prstGeom prst="line">
            <a:avLst/>
          </a:prstGeom>
          <a:noFill/>
          <a:ln w="12700">
            <a:solidFill>
              <a:srgbClr val="AACF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272034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参照 : requirements.md / インフラ基本設計書.xlsx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4937760" y="292608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人間 : 設計内容・パラメーター値を確認して承認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6766560" y="3159252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636008" y="3246120"/>
            <a:ext cx="237744" cy="658368"/>
          </a:xfrm>
          <a:prstGeom prst="rect">
            <a:avLst/>
          </a:prstGeom>
          <a:solidFill>
            <a:srgbClr val="BBDB72"/>
          </a:solidFill>
          <a:ln w="12700">
            <a:solidFill>
              <a:srgbClr val="BBDB7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36008" y="324612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0F"/>
                </a:solidFill>
              </a:rPr>
              <a:t>4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4873752" y="3246120"/>
            <a:ext cx="4023360" cy="658368"/>
          </a:xfrm>
          <a:prstGeom prst="rect">
            <a:avLst/>
          </a:prstGeom>
          <a:solidFill>
            <a:srgbClr val="F9FDEF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28616" y="325526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4   tasks.md 生成 → コード一式出力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910328" y="3451860"/>
            <a:ext cx="3931920" cy="0"/>
          </a:xfrm>
          <a:prstGeom prst="line">
            <a:avLst/>
          </a:prstGeom>
          <a:noFill/>
          <a:ln w="12700">
            <a:solidFill>
              <a:srgbClr val="BBDB7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347014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参照 : design.md / Eng-repos/AWSRepos/ / module-catalog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4937760" y="36758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Supervised Mode で Hunk 単位レビュー → 承認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6766560" y="3909060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636008" y="3995928"/>
            <a:ext cx="237744" cy="658368"/>
          </a:xfrm>
          <a:prstGeom prst="rect">
            <a:avLst/>
          </a:prstGeom>
          <a:solidFill>
            <a:srgbClr val="CDE48C"/>
          </a:solidFill>
          <a:ln w="12700">
            <a:solidFill>
              <a:srgbClr val="CDE48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36008" y="3995928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0F"/>
                </a:solidFill>
              </a:rPr>
              <a:t>5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4873752" y="3995928"/>
            <a:ext cx="4023360" cy="658368"/>
          </a:xfrm>
          <a:prstGeom prst="rect">
            <a:avLst/>
          </a:prstGeom>
          <a:solidFill>
            <a:srgbClr val="FCFEF5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28616" y="400507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0F"/>
                </a:solidFill>
              </a:rPr>
              <a:t>STEP 5   人間がデプロイ・動作確認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910328" y="4201668"/>
            <a:ext cx="3931920" cy="0"/>
          </a:xfrm>
          <a:prstGeom prst="line">
            <a:avLst/>
          </a:prstGeom>
          <a:noFill/>
          <a:ln w="12700">
            <a:solidFill>
              <a:srgbClr val="CDE48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37760" y="421995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terraform plan 実行 → 差分確認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4937760" y="442569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A2E1A"/>
                </a:solidFill>
              </a:rPr>
              <a:t>terraform apply を手動実行（自動デプロイなし）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2026-04-28T03:14:18Z</dcterms:created>
  <dcterms:modified xsi:type="dcterms:W3CDTF">2026-04-28T03:14:18Z</dcterms:modified>
</cp:coreProperties>
</file>