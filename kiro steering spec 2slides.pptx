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とは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274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プロジェクトの規約・方針をMarkdownに書くだけ。毎回説明しなくてもKiroが常に従う。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チームの「常識」を一度定義すれば、全メンバーが同じ品質でコードを生成できる。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133856"/>
            <a:ext cx="84124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仕組み（インクルージョンモード）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90472"/>
            <a:ext cx="1645920" cy="274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" y="1645920"/>
            <a:ext cx="384048" cy="38404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6459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— 常時読み込み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18562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全チャットに自動で含まれる。技術スタック・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コード規約・社内環境制限など常に必要な情報。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9496" y="2048256"/>
            <a:ext cx="54864" cy="3840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" y="2414016"/>
            <a:ext cx="384048" cy="38404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41401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fileMatch — ファイル一致時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26243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指定パターン（例: *.tf）のファイル編集時のみ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読み込み。コンテキスト消費を節約できる。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" y="2816352"/>
            <a:ext cx="54864" cy="3840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3182112"/>
            <a:ext cx="384048" cy="38404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1821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— AIが自動判断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" y="339242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リクエスト内容からKiroが関連ファイルを判断。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セキュリティ設計・API設計などの質問時に起動。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9496" y="3584448"/>
            <a:ext cx="54864" cy="3840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Shape 21"/>
          <p:cNvSpPr/>
          <p:nvPr/>
        </p:nvSpPr>
        <p:spPr>
          <a:xfrm>
            <a:off x="384048" y="3950208"/>
            <a:ext cx="384048" cy="38404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9502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手動呼び出し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8680" y="41605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チャットで #ファイル名 または /コマンドで参照。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トラブルシューティングなど大量ドキュメントに。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80560" y="1133856"/>
            <a:ext cx="27432" cy="363931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12344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ディレクトリ構成例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1490472"/>
            <a:ext cx="1645920" cy="274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0" name="Shape 28"/>
          <p:cNvSpPr/>
          <p:nvPr/>
        </p:nvSpPr>
        <p:spPr>
          <a:xfrm>
            <a:off x="4663440" y="1572768"/>
            <a:ext cx="4251960" cy="3154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1609344"/>
            <a:ext cx="4133088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.kiro/steering/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tech.md          [always]  ← 技術スタック・共通ルール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AWSリージョン・Terraform ver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shared-modules/ 利用ルール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naming.md        [fileMatch: *.tf]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← Terraform命名規則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変数名規約・必須タグ定義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security.md      [auto]    ← セキュリティ方針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IAM/KMS/VPC/SG規約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directory.md     [always]  ← 指定ディレクトリ構成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pj-xxx/ 配下の構成ルール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env-limits.md    [always]  ← 社内環境制限・制約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外部通信・AMI・インスタンス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troubleshoot.md  [manual]  ← TF/ALBトラブルシュート手順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#troubleshoot で呼び出し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4754880"/>
            <a:ext cx="9144000" cy="274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800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公式ドキュメント：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91640" y="4800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Docs &gt; IDE &gt; Steering   ② Docs &gt; CLI &gt; Steering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4800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© 2025. For information, contact Deloitte Tohmatsu Group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とは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274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プロンプト→直接コード生成ではなく「要件→設計→タスク」の3段階を踏む仕様駆動開発。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パラメーターシートと基本設計書フォーマットを渡すことで、設計書とTerraformコード一式を生成する。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133856"/>
            <a:ext cx="84124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仕組み（3フェーズ）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90472"/>
            <a:ext cx="1371600" cy="274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" y="1645920"/>
            <a:ext cx="384048" cy="38404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6459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要件定義 — requirements.md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186537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EARS記法でユーザーストーリーと受け入れ基準を構造化。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パラメーターシートの要件部分をこちらに転記する。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9496" y="2066544"/>
            <a:ext cx="54864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" y="2615184"/>
            <a:ext cx="384048" cy="38404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61518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 — design.md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2834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利用するshared-modules/一覧・アーキテクチャ構成を定義。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パラメーターシートの設定値をKiroが表形式で整理する。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" y="3035808"/>
            <a:ext cx="54864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3584448"/>
            <a:ext cx="384048" cy="38404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58444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タスク一覧 — tasks.md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" y="380390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依存関係順にKiroが実装タスクを自動生成。各タスクを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クリックするとKiroが自律的にコード・設計書を生成する。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80560" y="1133856"/>
            <a:ext cx="27432" cy="363931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2344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490472"/>
            <a:ext cx="1371600" cy="274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1572768"/>
            <a:ext cx="4251960" cy="3154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1609344"/>
            <a:ext cx="4133088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.kiro/specs/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{案件名-pj}/       ← 案件発生時に新規作成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requirements.md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← 何を作るか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・ユーザーストーリー（EARS記法）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・受け入れ基準（チェックリスト形式）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・パラメーターシートの要件を転記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design.md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← どう作るか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・利用モジュール一覧（shared-modules/）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・アーキテクチャ構成図（テキスト）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・パラメーター値（シートより転記）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→ Kiroが表形式で整理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tasks.md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← 実装ステップ（Kiroが自動生成）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・インフラコード生成タスク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・基本設計書Markdown生成タスク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・コードレビュータスク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※ .kiro/ はGit管理方針検討中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4754880"/>
            <a:ext cx="9144000" cy="274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800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公式ドキュメント：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91640" y="4800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Docs &gt; IDE &gt; Specs   ② Docs &gt; IDE &gt; Getting Started &gt; First Project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4800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© 2025. For information, contact Deloitte Tohmatsu Group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2026-03-26T09:07:12Z</dcterms:created>
  <dcterms:modified xsi:type="dcterms:W3CDTF">2026-03-26T09:07:12Z</dcterms:modified>
</cp:coreProperties>
</file>