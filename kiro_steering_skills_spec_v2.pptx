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71A3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0"/>
            <a:ext cx="54864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717804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58952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0100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1248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7804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00100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17804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17804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17804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58952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00100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41248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5029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502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機能調査レポート Vol.2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100584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/ Skills / Spec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365760" y="196596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A8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3機能の詳細と組み合わせ活用ガイド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365760" y="2651760"/>
            <a:ext cx="41148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27889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仕様駆動開発における WorkSpace 設計とディレクトリ構成を含む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45262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2026年3月  |  CMS Team  |  Kiro PoC 調査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3つの機能 — 全体像と役割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640080"/>
            <a:ext cx="2743200" cy="4251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640080"/>
            <a:ext cx="2743200" cy="54864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868680"/>
            <a:ext cx="530352" cy="530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4813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143000" y="1920240"/>
            <a:ext cx="109728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AIへの「常識」インプット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9768" y="2514600"/>
            <a:ext cx="475488" cy="256032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60120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コーディング規約・アーキテクチャ・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セキュリティポリシーを常時記憶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29768" y="3182112"/>
            <a:ext cx="475488" cy="256032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いつ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60120" y="31821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常時 or 条件一致で自動読み込み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29768" y="3849624"/>
            <a:ext cx="475488" cy="256032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60120" y="38496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任意の .md ファイル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46120" y="640080"/>
            <a:ext cx="2743200" cy="4251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64008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868680"/>
            <a:ext cx="530352" cy="53035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337560" y="14813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4069080" y="1920240"/>
            <a:ext cx="109728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7"/>
          <p:cNvSpPr/>
          <p:nvPr/>
        </p:nvSpPr>
        <p:spPr>
          <a:xfrm>
            <a:off x="333756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オンデマンド専門知識パッケージ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355848" y="2514600"/>
            <a:ext cx="475488" cy="25603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886200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デプロイ手順・レビュープロセス・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ドメイン固有の手順書を必要時に読込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3355848" y="3182112"/>
            <a:ext cx="475488" cy="25603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いつ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886200" y="31821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リクエスト内容が一致した時だけ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3355848" y="3849624"/>
            <a:ext cx="475488" cy="256032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886200" y="38496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SKILL.md + references/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172200" y="640080"/>
            <a:ext cx="2743200" cy="4251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172200" y="640080"/>
            <a:ext cx="2743200" cy="54864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868680"/>
            <a:ext cx="530352" cy="53035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263640" y="14813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2000" dirty="0"/>
          </a:p>
        </p:txBody>
      </p:sp>
      <p:sp>
        <p:nvSpPr>
          <p:cNvPr id="32" name="Shape 27"/>
          <p:cNvSpPr/>
          <p:nvPr/>
        </p:nvSpPr>
        <p:spPr>
          <a:xfrm>
            <a:off x="6995160" y="192024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28"/>
          <p:cNvSpPr/>
          <p:nvPr/>
        </p:nvSpPr>
        <p:spPr>
          <a:xfrm>
            <a:off x="626364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仕様駆動開発の設計図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6281928" y="2514600"/>
            <a:ext cx="475488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812280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要件・設計・タスクを構造化し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AIが一貫してコードを実装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6281928" y="3182112"/>
            <a:ext cx="475488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いつ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6812280" y="318211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フィーチャー開発の起点として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6281928" y="3849624"/>
            <a:ext cx="475488" cy="256032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6812280" y="384962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requirements.md / design.md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tasks.md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274320" y="4773168"/>
            <a:ext cx="859536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320040" y="47731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3機能は独立して使えるが、組み合わせることで最大効果を発揮 → 後続スライドで詳解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とは — AIへの「永続的な常識」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8595360" cy="65836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2179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プロジェクトの規約・方針をMarkdownに書くだけ。毎回説明しなくてもKiroが常に従う。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201168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89888"/>
            <a:ext cx="20116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389888"/>
            <a:ext cx="2011680" cy="4389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39903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627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常時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901952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全チャットに自動で含まれる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技術スタック・コーディング規約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592" y="1389888"/>
            <a:ext cx="201168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389888"/>
            <a:ext cx="20116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1389888"/>
            <a:ext cx="2011680" cy="43891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2496312" y="139903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fileMatch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96312" y="1627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条件一致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42032" y="1901952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*.tf 編集時のみ terraform-rules.md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コンテキストの無駄を省く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26864" y="1389888"/>
            <a:ext cx="201168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1389888"/>
            <a:ext cx="20116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Shape 18"/>
          <p:cNvSpPr/>
          <p:nvPr/>
        </p:nvSpPr>
        <p:spPr>
          <a:xfrm>
            <a:off x="4626864" y="1389888"/>
            <a:ext cx="201168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672584" y="139903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72584" y="1627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AI判断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18304" y="1901952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リクエスト内容からAIが判断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API設計変更時だけ api-design.md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03136" y="1389888"/>
            <a:ext cx="201168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03136" y="1389888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6803136" y="1389888"/>
            <a:ext cx="2011680" cy="4389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848856" y="139903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48856" y="16276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手動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94576" y="1901952"/>
            <a:ext cx="1828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#ファイル名 または /コマンドで参照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トラブルシューティング等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657600"/>
            <a:ext cx="8595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657600"/>
            <a:ext cx="85953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37490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何を書く？（CMSチーム例）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11480" y="404164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tech.md → AWS / Terraform / Pythonスタック定義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naming.md → Terraformリソース命名規則・タグ付け標準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security.md → IAMポリシー設計・KMS要件・VPCエンドポイント規約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aws-policy.md → Well-Architectedフレームワーク準拠方針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773168"/>
            <a:ext cx="859536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7731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.kiro/steering/（ワークスペース）  ／  ~/.kiro/steering/（グローバル）  ／  競合時はワークスペース優先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とは — オンデマンド専門知識パッケージ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859536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2179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起動時は名前と説明だけ読み込み（軽量）。リクエストが一致した瞬間に SKILL.md 全文を読み込む。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4114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89888"/>
            <a:ext cx="41148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490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仕組み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847088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起動時：name + description のみ読み込み（軽量）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リクエストとdescriptionが一致 → SKILL.md 全文読み込み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references/ 内のファイルは SKILL.md が指示した時のみ読む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/スラッシュコマンド や明示的な呼び出しも可能
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ワークスペースSkill &gt; グローバルSkillの優先順位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1389888"/>
            <a:ext cx="42976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389888"/>
            <a:ext cx="42976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4904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の構造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847088"/>
            <a:ext cx="4114800" cy="1828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892808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terraform-deploy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Terraform の plan/apply 実行時。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デプロイ・インフラ変更時に使用。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デプロイ手順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terraform plan -out=tfplan を実行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diff を確認 → 問題なければ apply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tfstate のバックエンドを確認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詳細は `references/ecs-guide.md` 参照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8862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886200"/>
            <a:ext cx="41148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977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ディレクトリ構成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4270248"/>
            <a:ext cx="374904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27939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.kiro/skills/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terraform-deploy/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SKILL.md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references/ecs-guide.md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venafi-acm/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SKILL.md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3886200"/>
            <a:ext cx="4297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3886200"/>
            <a:ext cx="42976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3977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CMSチーム活用例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426110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terraform-deploy → plan→apply 手順・tfstate 設定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venafi-acm → 証明書プッシュ→ALB更新フロー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code-review → Terraform レビューチェックリスト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773168"/>
            <a:ext cx="8595360" cy="237744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7731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open Agent Skills 標準準拠 → GitHub Copilot 等の他ツールと SKILL.md を共有可能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とは — 仕様駆動開発の「設計図」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859536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2179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プロンプトから直接コードを生成するのではなく、要件 → 設計 → タスクの3段階を踏むことで精度と追跡性を高める。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274320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89888"/>
            <a:ext cx="27432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389888"/>
            <a:ext cx="27432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081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要件定義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645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requirements.md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975104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11480" y="2505456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EARS記法でユーザーストーリーと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受け入れ基準を構造化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「When ～ the system shall ～」形式で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曖昧さをなくす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035808" y="271576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00400" y="1389888"/>
            <a:ext cx="274320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389888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Shape 13"/>
          <p:cNvSpPr/>
          <p:nvPr/>
        </p:nvSpPr>
        <p:spPr>
          <a:xfrm>
            <a:off x="3200400" y="1389888"/>
            <a:ext cx="27432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4"/>
          <p:cNvSpPr/>
          <p:nvPr/>
        </p:nvSpPr>
        <p:spPr>
          <a:xfrm>
            <a:off x="3291840" y="14081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設計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291840" y="1645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design.md</a:t>
            </a:r>
            <a:endParaRPr lang="en-US" sz="10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975104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37560" y="2505456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技術スタック・アーキテクチャ・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データモデルを決定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Kiroが既存コードを分析して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設計ドキュメントを生成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5961888" y="271576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126480" y="1389888"/>
            <a:ext cx="274320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26480" y="1389888"/>
            <a:ext cx="27432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Shape 20"/>
          <p:cNvSpPr/>
          <p:nvPr/>
        </p:nvSpPr>
        <p:spPr>
          <a:xfrm>
            <a:off x="6126480" y="1389888"/>
            <a:ext cx="27432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1"/>
          <p:cNvSpPr/>
          <p:nvPr/>
        </p:nvSpPr>
        <p:spPr>
          <a:xfrm>
            <a:off x="6217920" y="14081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タスク一覧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217920" y="1645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tasks.md</a:t>
            </a:r>
            <a:endParaRPr lang="en-US" sz="10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975104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63640" y="2505456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依存関係に基づいて順序付けされた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実装タスクリスト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各タスクをクリックして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Kiroが自律実行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274320" y="438912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274320" y="4389120"/>
            <a:ext cx="41148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6"/>
          <p:cNvSpPr/>
          <p:nvPr/>
        </p:nvSpPr>
        <p:spPr>
          <a:xfrm>
            <a:off x="411480" y="44805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Requirements-First（推奨）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411480" y="4727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要件 → 設計 → タスク の順で丁寧に進む。新機能・複雑な実装に最適。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4572000" y="4389120"/>
            <a:ext cx="42976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572000" y="4389120"/>
            <a:ext cx="42976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0"/>
          <p:cNvSpPr/>
          <p:nvPr/>
        </p:nvSpPr>
        <p:spPr>
          <a:xfrm>
            <a:off x="4709160" y="44805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Design-First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4709160" y="47274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設計から始めて要件を後付け。技術的なリファクタリングや改修に向く。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/ Skills / Spec — 比較表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2286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594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観点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594360"/>
            <a:ext cx="256032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594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12080" y="594360"/>
            <a:ext cx="192024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594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78040" y="594360"/>
            <a:ext cx="173736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178040" y="594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051560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05156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06040" y="1051560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05156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AIの行動規範を定義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12080" y="1051560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05156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専門手順を必要時に提供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78040" y="1051560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105156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機能実装の設計図作成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1581912"/>
            <a:ext cx="22860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58191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読み込み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606040" y="1581912"/>
            <a:ext cx="25603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158191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設定モードで常時 or 自動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212080" y="1581912"/>
            <a:ext cx="19202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158191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リクエスト一致時のみ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78040" y="1581912"/>
            <a:ext cx="17373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158191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明示的に作成・参照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112264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112264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記述場所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606040" y="2112264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97480" y="211226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.kiro/steering/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~/.kiro/steering/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212080" y="2112264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2112264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.kiro/skills/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~/.kiro/skills/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78040" y="2112264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2112264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.kiro/specs/&lt;feature&gt;/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2642616"/>
            <a:ext cx="22860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64261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ファイル形式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606040" y="2642616"/>
            <a:ext cx="25603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97480" y="264261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任意の .md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(front matter任意)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212080" y="2642616"/>
            <a:ext cx="19202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0" y="2642616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SKILL.md + references/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178040" y="2642616"/>
            <a:ext cx="17373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69480" y="2642616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requirements.md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design.md / tasks.md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" y="3172968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17296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作成タイミング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606040" y="3172968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97480" y="317296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プロジェクト開始時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（以後随時更新）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212080" y="3172968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0" y="317296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ワークフロー確立時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（再利用前提）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178040" y="3172968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69480" y="317296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新機能・バグ修正の都度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3703320"/>
            <a:ext cx="22860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370332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他ツール互換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606040" y="3703320"/>
            <a:ext cx="256032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97480" y="370332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Kiro専用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(AGENTS.mdは互換あり)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212080" y="3703320"/>
            <a:ext cx="192024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03520" y="3703320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 Agent Skills標準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Copilot等と共有可能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178040" y="3703320"/>
            <a:ext cx="173736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69480" y="370332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Kiro専用形式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74320" y="4233672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23367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コンテキスト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606040" y="4233672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97480" y="423367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常時消費（always時）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5212080" y="4233672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03520" y="423367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必要時のみ→節約効果大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178040" y="4233672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69480" y="423367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作業中のみ参照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74320" y="4800600"/>
            <a:ext cx="8595360" cy="237744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" y="480060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⚡ 使い分けの原則：Steering=常識（常時）／ Skills=手順（オンデマンド）／ Spec=設計図（機能開発の都度）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個別使用 vs 組み合わせ使用 — 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27432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40080"/>
            <a:ext cx="27432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640080"/>
            <a:ext cx="274320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8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Steeringのみ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0789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メリット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16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既存プロジェクトに最小コストで導入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コーディング規約を即座に統一可能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19751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限界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212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手順ミスは防げない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523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機能実装の品質保証なし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640080"/>
            <a:ext cx="27432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64008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640080"/>
            <a:ext cx="274320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658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Skillsのみ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10789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メリット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1316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デプロイ等の反復作業を自動化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チーム間でスキルを共有・再利用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19751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限界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2212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毎回同じ規約を説明する手間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37560" y="2523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生成コードの一貫性が低い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640080"/>
            <a:ext cx="274320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640080"/>
            <a:ext cx="27432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Shape 24"/>
          <p:cNvSpPr/>
          <p:nvPr/>
        </p:nvSpPr>
        <p:spPr>
          <a:xfrm>
            <a:off x="6126480" y="640080"/>
            <a:ext cx="274320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6583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Specのみ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10789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メリット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1316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複雑な機能を構造的に実装可能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6364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設計意図がドキュメント化される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63640" y="19751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限界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2212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Steeringなし→規約外コードを生成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63640" y="25237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デプロイ手順はSkillsがないと曖昧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108960"/>
            <a:ext cx="8595360" cy="347472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31089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組み合わせ使用（推奨）：Steering ＋ Skills ＋ Spec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274320" y="352044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520440"/>
            <a:ext cx="27432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3630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+ Spec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11480" y="3968496"/>
            <a:ext cx="2468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Spec の要件・設計を Steering の規約通りに実装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「何を作るか」と「どう書くか」が連動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0" y="352044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0" y="352044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3337560" y="3630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+ Skills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337560" y="3968496"/>
            <a:ext cx="2468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デプロイ手順(Skill)もチームの標準(Steering)に沿って実行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属人化防止・新人でも安全に運用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26480" y="3520440"/>
            <a:ext cx="27432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26480" y="3520440"/>
            <a:ext cx="27432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6" name="Text 44"/>
          <p:cNvSpPr/>
          <p:nvPr/>
        </p:nvSpPr>
        <p:spPr>
          <a:xfrm>
            <a:off x="6263640" y="3630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全部組み合わせ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63640" y="3968496"/>
            <a:ext cx="2468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設計(Spec)→実装規約(Steering)→デプロイ手順(Skills)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開発ライフサイクル全体をAIがサポート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チーム展開向け ディレクトリ構成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4160520" cy="420624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9436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固定（チーム共通・基本変更なし）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709160" y="594360"/>
            <a:ext cx="4160520" cy="420624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59436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PJ要件に応じて変更・追加するもの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5349240" cy="3858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15568"/>
            <a:ext cx="5349240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188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ディレクトリ構成（チーム展開例）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508760"/>
            <a:ext cx="5120640" cy="3383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536192"/>
            <a:ext cx="5029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workspace/                        ← Kiro WorkSpace ルート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.kiro/                         ← Kiro設定（Git管理・チーム共有）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steering/                  ★ 固定：チーム共通の「常識」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tech.md                ← AWSスタック・言語・ツール定義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naming.md              ← Terraform命名規則・タグ標準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security.md            ← IAM/KMS/VPC等セキュリティ規約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aws-policy.md          ← Well-Architectedガイドライン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skills/                    ★ 固定：再利用可能な手順書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terraform-deploy/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├── SKILL.md           ← plan→apply標準手順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└── references/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venafi-acm/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    └── SKILL.md           ← 証明書更新→ALB反映手順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specs/                     ◆ PJ毎：新規PJで作成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pj-aaa/                ← PJ-AAAのSpec（新規PJ追加時）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├── requirements.md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├── design.md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└── tasks.md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pj-bbb/                ← PJ-BBBのSpec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repos/                         ★ 固定：既存リポ（参照専用）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hub-aws-infra/             ← 参照のみ・変更不可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shared-modules/            ← 共通Terraformモジュール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806440" y="1115568"/>
            <a:ext cx="3063240" cy="850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06440" y="1115568"/>
            <a:ext cx="30632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Shape 13"/>
          <p:cNvSpPr/>
          <p:nvPr/>
        </p:nvSpPr>
        <p:spPr>
          <a:xfrm>
            <a:off x="5897880" y="1207008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5897880" y="12070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01968" y="120700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steering/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97880" y="14630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チーム全員が同じ規約でコード生成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Gitにコミットして配布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基本的に変更しない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06440" y="2084832"/>
            <a:ext cx="3063240" cy="850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06440" y="2084832"/>
            <a:ext cx="30632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>
            <a:off x="5897880" y="2176272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/>
        </p:spPr>
      </p:sp>
      <p:sp>
        <p:nvSpPr>
          <p:cNvPr id="22" name="Text 20"/>
          <p:cNvSpPr/>
          <p:nvPr/>
        </p:nvSpPr>
        <p:spPr>
          <a:xfrm>
            <a:off x="5897880" y="21762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01968" y="21762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97880" y="243230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デプロイ・証明書等の手順を標準化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属人化を防ぎ誰でも安全に実行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手順変更時のみ更新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06440" y="3054096"/>
            <a:ext cx="3063240" cy="850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06440" y="3054096"/>
            <a:ext cx="30632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Shape 25"/>
          <p:cNvSpPr/>
          <p:nvPr/>
        </p:nvSpPr>
        <p:spPr>
          <a:xfrm>
            <a:off x="5897880" y="3145536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/>
        </p:spPr>
      </p:sp>
      <p:sp>
        <p:nvSpPr>
          <p:cNvPr id="28" name="Text 26"/>
          <p:cNvSpPr/>
          <p:nvPr/>
        </p:nvSpPr>
        <p:spPr>
          <a:xfrm>
            <a:off x="5897880" y="31455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PJ毎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01968" y="31455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specs/pj-xxx/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97880" y="34015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新規PJ発生時に新フォルダ作成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requirements→design→tasks を生成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PJ要件に応じて都度作成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06440" y="4023360"/>
            <a:ext cx="3063240" cy="8503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806440" y="4023360"/>
            <a:ext cx="3063240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3" name="Shape 31"/>
          <p:cNvSpPr/>
          <p:nvPr/>
        </p:nvSpPr>
        <p:spPr>
          <a:xfrm>
            <a:off x="5897880" y="4114800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/>
        </p:spPr>
      </p:sp>
      <p:sp>
        <p:nvSpPr>
          <p:cNvPr id="34" name="Text 32"/>
          <p:cNvSpPr/>
          <p:nvPr/>
        </p:nvSpPr>
        <p:spPr>
          <a:xfrm>
            <a:off x="5897880" y="41148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01968" y="41148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repos/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97880" y="437083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既存リポはCloneして参照のみ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Kiroのコンテキストとして活用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直接変更しない（読み取り専用）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チーム展開フロー — WorkSpace初期構築 ＆ 新規PJ追加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8595360" cy="29260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1：WorkSpace初期構築（一度だけ実施・チームリードが担当）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6384" y="969264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9692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Kiroで新規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WorkSpace作成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フォルダ構成決定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38528" y="1115568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05456" y="969264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2505456" y="9692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84832" y="162763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既存リポ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84832" y="202996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repos/ 配下に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既存インフラ・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モジュールをClone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0" y="1115568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24528" y="969264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224528" y="9692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03904" y="162763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03904" y="202996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tech.md / naming.md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security.md 等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チーム規約を定義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76672" y="1115568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0" y="969264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9692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22976" y="162763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整備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22976" y="202996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terraform-deploy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venafi-acm 等の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手順書を作成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95744" y="1115568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62672" y="969264"/>
            <a:ext cx="594360" cy="59436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27" name="Text 25"/>
          <p:cNvSpPr/>
          <p:nvPr/>
        </p:nvSpPr>
        <p:spPr>
          <a:xfrm>
            <a:off x="7662672" y="9692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42048" y="162763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配布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42048" y="202996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.kiro/ をGit管理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チームメンバーに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展開・共有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724912"/>
            <a:ext cx="859536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272491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2：新規PJ発生時（繰り返し実施・各メンバーが担当）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86384" y="3090672"/>
            <a:ext cx="594360" cy="5943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786384" y="3090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65760" y="374904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PJフォルダ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4151376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specs/pj-xxx/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を新規作成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938528" y="3236976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505456" y="3090672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8" name="Text 36"/>
          <p:cNvSpPr/>
          <p:nvPr/>
        </p:nvSpPr>
        <p:spPr>
          <a:xfrm>
            <a:off x="2505456" y="3090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084832" y="374904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084832" y="4151376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機能要件を入力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req→design→tasks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自動生成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0" y="3236976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224528" y="3090672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3" name="Text 41"/>
          <p:cNvSpPr/>
          <p:nvPr/>
        </p:nvSpPr>
        <p:spPr>
          <a:xfrm>
            <a:off x="4224528" y="3090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803904" y="374904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803904" y="4151376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tasks.md から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1タスクずつ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Kiro自律実装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376672" y="3236976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943600" y="3090672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0" y="3090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522976" y="374904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522976" y="4151376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デプロイ等の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操作時に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Skillが自動起動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095744" y="3236976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662672" y="3090672"/>
            <a:ext cx="594360" cy="59436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53" name="Text 51"/>
          <p:cNvSpPr/>
          <p:nvPr/>
        </p:nvSpPr>
        <p:spPr>
          <a:xfrm>
            <a:off x="7662672" y="30906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242048" y="374904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完了・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コミット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242048" y="4151376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コード+Spec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両方をGitへ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コミット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Steering / Skills はPhase1で整備済みのため、新規PJ時（Phase2）はSpecフォルダを作るだけで即スタートできる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71A3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0"/>
            <a:ext cx="54864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717804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58952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0100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12480" y="36576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7804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00100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0" y="86868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17804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137160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17804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187452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17804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58952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00100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412480" y="2377440"/>
            <a:ext cx="73152" cy="73152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743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365760" y="804672"/>
            <a:ext cx="3657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" y="960120"/>
            <a:ext cx="73152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960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" y="1179576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AIへの常識インプット。規約・スタック・セキュリティをMarkdownで定義し常時記憶させる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1563624"/>
            <a:ext cx="73152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" y="15636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0352" y="17830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オンデマンド専門知識。デプロイ手順・証明書管理等をSKILL.mdに集約し再利用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2167128"/>
            <a:ext cx="731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530352" y="21671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0352" y="238658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設計図。要件→設計→タスクの3段階で複雑な機能を精度高く実装。設計意図も保存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2770632"/>
            <a:ext cx="73152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" y="2770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組み合わせ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0352" y="299008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Steering（常識）＋ Spec（設計）＋ Skills（手順）= 開発ライフサイクル全体をカバー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3520440"/>
            <a:ext cx="3657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3611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次のステップ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365760" y="4005072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① Anthropicモデル審査結果を確認（申請中）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② 承認後：WorkSpace作成・steering/ 試作（tech.md / naming.md / security.md）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③ 小さな機能でSpec試験運用（requirements.md → design.md → tasks.md）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④ terraform-deploy SKILL.md 作成・検証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⑤ チームへPoC共有・本格導入可否判断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2026-03-25T01:22:07Z</dcterms:created>
  <dcterms:modified xsi:type="dcterms:W3CDTF">2026-03-25T01:22:07Z</dcterms:modified>
</cp:coreProperties>
</file>