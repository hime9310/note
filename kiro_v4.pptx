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5029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機能調査レポート Vol.2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100584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/ Skills / Spec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365760" y="19659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3機能の詳細と組み合わせ活用ガイド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65760" y="2651760"/>
            <a:ext cx="41148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788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仕様駆動開発における WorkSpace 設計とディレクトリ構成を含む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4526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2026年3月  |  CMS Team  |  Kiro PoC 調査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3つの機能 — 全体像と役割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274320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4008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868680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143000" y="1920240"/>
            <a:ext cx="10972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AIへの「常識」インプット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" y="2514600"/>
            <a:ext cx="475488" cy="25603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6012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コーディング規約・アーキテクチャ・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セキュリティポリシーを常時記憶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9768" y="3182112"/>
            <a:ext cx="475488" cy="25603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常時 or 条件一致で自動読み込み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9768" y="3849624"/>
            <a:ext cx="475488" cy="25603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60120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任意の .md ファイル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46120" y="640080"/>
            <a:ext cx="274320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64008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868680"/>
            <a:ext cx="530352" cy="5303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3756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069080" y="1920240"/>
            <a:ext cx="10972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7"/>
          <p:cNvSpPr/>
          <p:nvPr/>
        </p:nvSpPr>
        <p:spPr>
          <a:xfrm>
            <a:off x="333756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オンデマンド専門知識パッケージ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355848" y="2514600"/>
            <a:ext cx="475488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88620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デプロイ手順・レビュープロセス・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ドメイン固有の手順書を必要時に読込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355848" y="3182112"/>
            <a:ext cx="475488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886200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リクエスト内容が一致した時だけ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355848" y="3849624"/>
            <a:ext cx="475488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886200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SKILL.md + references/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172200" y="640080"/>
            <a:ext cx="274320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72200" y="64008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868680"/>
            <a:ext cx="530352" cy="53035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26364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6995160" y="192024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28"/>
          <p:cNvSpPr/>
          <p:nvPr/>
        </p:nvSpPr>
        <p:spPr>
          <a:xfrm>
            <a:off x="62636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仕様駆動開発の設計図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281928" y="2514600"/>
            <a:ext cx="475488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81228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要件・設計・タスクを構造化し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AIが一貫してコードを実装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6281928" y="3182112"/>
            <a:ext cx="475488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812280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フィーチャー開発の起点として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281928" y="3849624"/>
            <a:ext cx="475488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812280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requirements.md / design.md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tasks.md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3機能は独立して使えるが、組み合わせることで最大効果を発揮 → 後続スライドで詳解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とは — AIへの「永続的な常識」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47548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2179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プロジェクトの規約・方針をMarkdownに書くだけ。毎回説明しなくてもKiroが常に従う。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1031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70432"/>
            <a:ext cx="210312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1795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408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7007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全チャットに自動で含まれる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規約・スタック定義に最適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176272"/>
            <a:ext cx="1956816" cy="2633472"/>
          </a:xfrm>
          <a:prstGeom prst="rect">
            <a:avLst/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176272"/>
            <a:ext cx="1956816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76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tech.md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404872"/>
            <a:ext cx="19202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技術スタック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IaC: Terraform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Cloud: AWS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言語: Python 3.11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命名: snake_case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ルール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tfstateはS3+DynamoDB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モジュールはshared-modules/を使用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487168" y="1170432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87168" y="1170432"/>
            <a:ext cx="21031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2487168" y="1170432"/>
            <a:ext cx="2103120" cy="4754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2532888" y="11795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32888" y="1408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ファイル一致時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78608" y="17007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*.tf 編集時だけ読み込む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コンテキストの無駄を省く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0" y="2176272"/>
            <a:ext cx="1956816" cy="2633472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2176272"/>
            <a:ext cx="1956816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2578608" y="2176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naming.md (*.tf に一致)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78608" y="2404872"/>
            <a:ext cx="19202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inclusion: fileMatch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fileMatch: "**/*.tf"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Terraform命名規則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リソース名: snake_case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例: aws_instance.web_server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タグ必須: Env/Owner/Project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モジュール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"alb"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= "../shared-modules/alb"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700016" y="1170432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0016" y="1170432"/>
            <a:ext cx="21031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>
          <a:xfrm>
            <a:off x="4700016" y="1170432"/>
            <a:ext cx="210312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4745736" y="11795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45736" y="1408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AI判断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91456" y="17007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リクエスト内容からAIが判断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セキュリティ関連の質問で起動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73168" y="2176272"/>
            <a:ext cx="1956816" cy="2633472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73168" y="2176272"/>
            <a:ext cx="1956816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2176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security.md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91456" y="2404872"/>
            <a:ext cx="19202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inclusion: auto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セキュリティ・IAM・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KMS・VPC設計時に使用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セキュリティ方針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IAM: 最小権限の原則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KMS: カスタマーキー必須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SG: デフォルトDeny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VPC: エンドポイント経由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912864" y="1170432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12864" y="1170432"/>
            <a:ext cx="21031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6912864" y="1170432"/>
            <a:ext cx="210312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958584" y="11795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58584" y="1408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手動呼び出し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04304" y="17007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#ファイル名 で任意参照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大量ドキュメントを必要時のみ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86016" y="2176272"/>
            <a:ext cx="1956816" cy="2633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86016" y="2176272"/>
            <a:ext cx="1956816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7004304" y="2176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#troubleshoot と入力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04304" y="2404872"/>
            <a:ext cx="19202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inclusion: manual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troubleshoot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トラブルシューティング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TF apply失敗時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tfstate確認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IAM権限確認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リソース競合確認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ALB疎通不可時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SG inbound確認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ヘルスチェック確認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.kiro/steering/（ワークスペース）  ／  ~/.kiro/steering/（グローバル）  ／  競合時はワークスペース優先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とは — オンデマンド専門知識パッケージ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起動時は名前と説明だけ読み込み（軽量）。リクエストが一致した瞬間に SKILL.md 全文を読み込む。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90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起動時：name + description のみ読み込み（軽量）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リクエストとdescriptionが一致 → SKILL.md 全文読み込み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references/ 内のファイルは SKILL.md が指示した時のみ読む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/スラッシュコマンド や明示的な呼び出しも可能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ワークスペースSkill &gt; グローバルSkillの優先順位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389888"/>
            <a:ext cx="4297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389888"/>
            <a:ext cx="4297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4904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の構造例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847088"/>
            <a:ext cx="411480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892808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コードレビュー時に使用。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Terraformやコードの品質・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セキュリティ・命名を確認する。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レビューチェックリスト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命名規則がnaming.mdに準拠か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IAMポリシーが最小権限か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タグ付けが標準に従っているか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不要なリソースが含まれないか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8862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886200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97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270248"/>
            <a:ext cx="374904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793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.kiro/skills/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code-review/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SKILL.md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terraform-patterns/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domain-knowledge/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design-doc/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SKILL.md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references/template.md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3886200"/>
            <a:ext cx="4297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886200"/>
            <a:ext cx="4297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977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CMSチーム Skills 4種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426110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code-review → レビューチェックリスト（品質・命名・セキュリティ）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terraform-patterns → コード生成ルール・モジュールパターン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domain-knowledge → 社内システム仕様・ドメイン固有知識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design-doc → 社内Excelフォーマット→Markdown設計書生成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open Agent Skills 標準準拠 → GitHub Copilot 等の他ツールと SKILL.md を共有可能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とは — 仕様駆動開発の「設計図」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217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 → 直接コード生成ではなく「要件 → 設計 → タスク」の3段階を踏む。精度と追跡性が大幅に向上。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8892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889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88720"/>
            <a:ext cx="2788920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要件定義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4447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requirements.md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792224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79222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17922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何を作るか を定義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02996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EARS記法でユーザーストーリーと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受け入れ基準を構造化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487168"/>
            <a:ext cx="2633472" cy="2395728"/>
          </a:xfrm>
          <a:prstGeom prst="rect">
            <a:avLst/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487168"/>
            <a:ext cx="2633472" cy="21945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48716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743200"/>
            <a:ext cx="25786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ユーザーストーリー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ALBへのリクエストが来た時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system shall HTTPSに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リダイレクトする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受け入れ基準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HTTP(80)→HTTPS(443)リダイレクト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証明書はACMから取得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ヘルスチェックは/healthを使用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81528" y="239572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18688" y="1188720"/>
            <a:ext cx="278892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1188720"/>
            <a:ext cx="2788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3218688" y="1188720"/>
            <a:ext cx="278892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設計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14447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design.md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28416" y="1792224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328416" y="179222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58768" y="17922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どう作るか を定義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28416" y="202996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技術スタック・構成・モジュール設計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Kiroが既存コードを分析して自動生成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2487168"/>
            <a:ext cx="2633472" cy="2395728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2487168"/>
            <a:ext cx="2633472" cy="2194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3310128" y="248716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記述例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28416" y="2743200"/>
            <a:ext cx="25786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技術スタック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IaC: Terraform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モジュール: shared-modules/alb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アーキテクチャ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 → Target Group → EC2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使用リソース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aws_lb_listener (HTTP→HTTPS)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aws_acm_certificate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aws_lb_target_group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25896" y="239572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63056" y="1188720"/>
            <a:ext cx="278892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1188720"/>
            <a:ext cx="2788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Shape 34"/>
          <p:cNvSpPr/>
          <p:nvPr/>
        </p:nvSpPr>
        <p:spPr>
          <a:xfrm>
            <a:off x="6163056" y="1188720"/>
            <a:ext cx="278892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6236208" y="1207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タスク一覧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36208" y="14447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tasks.md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72784" y="1792224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6272784" y="179222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03136" y="17922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実装ステップ を定義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72784" y="202996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依存関係順に自動生成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各タスクをクリックしてKiroが自律実装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36208" y="2487168"/>
            <a:ext cx="2633472" cy="2395728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6208" y="2487168"/>
            <a:ext cx="2633472" cy="2194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6254496" y="248716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記述例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72784" y="2743200"/>
            <a:ext cx="25786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1. ACM証明書リソース作成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2. ALBリスナー(443)設定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3. HTTPリダイレクトルール追加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4. ターゲットグループ設定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5. ヘルスチェックパス設定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6. Terraform変数定義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7. outputs.tf作成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Specファイルはコードと一緒に .kiro/specs/pj-xxx/ に保存 → 設計意図がドキュメントとして残る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/ Skills / Spec — 比較表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594360"/>
            <a:ext cx="25603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594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594360"/>
            <a:ext cx="19202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594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594360"/>
            <a:ext cx="17373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594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05156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0515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06040" y="1051560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0515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AIの行動規範を定義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1051560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0515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専門手順を必要時に提供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8040" y="1051560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0515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機能実装の設計図作成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581912"/>
            <a:ext cx="2286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5819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読み込み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06040" y="1581912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158191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設定モードで常時 or 自動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12080" y="1581912"/>
            <a:ext cx="1920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58191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リクエスト一致時のみ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78040" y="1581912"/>
            <a:ext cx="1737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58191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明示的に作成・参照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112264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11226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記述場所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06040" y="211226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21122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.kiro/steering/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~/.kiro/steering/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12080" y="2112264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11226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.kiro/skills/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~/.kiro/skills/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78040" y="2112264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211226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.kiro/specs/&lt;feature&gt;/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642616"/>
            <a:ext cx="2286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64261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ファイル形式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606040" y="2642616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26426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任意の 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(front matter任意)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212080" y="2642616"/>
            <a:ext cx="1920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64261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SKILL.md + references/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78040" y="2642616"/>
            <a:ext cx="1737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264261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design.md / tasks.md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172968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1729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作成タイミング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606040" y="317296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7480" y="317296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プロジェクト開始時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（以後随時更新）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212080" y="3172968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0" y="31729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ワークフロー確立時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（再利用前提）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78040" y="317296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31729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新機能・バグ修正の都度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703320"/>
            <a:ext cx="2286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70332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他ツール互換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606040" y="3703320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97480" y="37033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Kiro専用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(AGENTS.mdは互換あり)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212080" y="3703320"/>
            <a:ext cx="1920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0" y="370332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Agent Skills標準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Copilot等と共有可能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178040" y="3703320"/>
            <a:ext cx="1737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9480" y="37033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Kiro専用形式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4233672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23367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606040" y="423367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97480" y="42336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常時消費（always時）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212080" y="4233672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0" y="423367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必要時のみ→節約効果大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178040" y="4233672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9480" y="42336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作業中のみ参照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4320" y="4800600"/>
            <a:ext cx="8595360" cy="23774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8006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使い分けの原則：Steering=常識（常時）／ Skills=手順（オンデマンド）／ Spec=設計図（機能開発の都度）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個別使用 vs 組み合わせ使用 — 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640080"/>
            <a:ext cx="2743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Steeringのみ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メリット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既存プロジェクトに最小コストで導入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コーディング規約を即座に統一可能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限界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手順ミスは防げない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機能実装の品質保証なし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64008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64008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64008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Skillsのみ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078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メリット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デプロイ等の反復作業を自動化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チーム間でスキルを共有・再利用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限界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毎回同じ規約を説明する手間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生成コードの一貫性が低い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64008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64008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640080"/>
            <a:ext cx="274320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Specのみ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1078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メリット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複雑な機能を構造的に実装可能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設計意図がドキュメント化される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限界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Steeringなし→規約外コードを生成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364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デプロイ手順はSkillsがないと曖昧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108960"/>
            <a:ext cx="8595360" cy="34747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108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組み合わせ使用（推奨）：Steering ＋ Skills ＋ Spec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74320" y="35204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52044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Spec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" y="396849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 の要件・設計を Steering の規約通りに実装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「何を作るか」と「どう書くか」が連動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0" y="35204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352044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333756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Skills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37560" y="396849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デプロイ手順(Skill)もチームの標準(Steering)に沿って実行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属人化防止・新人でも安全に運用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26480" y="35204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52044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全部組み合わせ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63640" y="396849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設計(Spec)→実装規約(Steering)→デプロイ手順(Skills)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開発ライフサイクル全体をAIがサポート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 — Azure DevOps ＋ ローカル WorkSpace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6517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94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固定（EngCommonで管理）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108960" y="594360"/>
            <a:ext cx="265176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594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案件毎（各自ローカル管理）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0" y="594360"/>
            <a:ext cx="29260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594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Git管理方針：検討中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024128"/>
            <a:ext cx="3931920" cy="3950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24128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024128"/>
            <a:ext cx="393192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DevOps（チーム共有・Git管理）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1417320"/>
            <a:ext cx="3657600" cy="34564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46304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EngCommon/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.kiro/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steering/       ← 🔒 チーム共通規約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tech.md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naming.md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security.md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skills/         ← 🔒 共通スキル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code-review/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terraform-patterns/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domain-knowledge/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design-doc/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AWS-repo/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GCP-repo/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Azure-repo/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1024128"/>
            <a:ext cx="4480560" cy="3950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1024128"/>
            <a:ext cx="44805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0" y="1024128"/>
            <a:ext cx="44805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10241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 WorkSpace（各自PC・Git管理なし）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417320"/>
            <a:ext cx="4206240" cy="34564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46304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workspace/               ← Kiro WorkSpace ルート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.kiro/               ← ⚠️ Git管理方針検討中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steering/        ← EngCommonからPull・配置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skills/          ← EngCommonからPull・配置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specs/           ← 📝 ローカルのみ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aws-pj-xxx/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requirements.md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design.md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tasks.md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gcp-pj-yyy/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EngCommon/           ← Pull（参照用）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AWS-repo/            ← Pull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pj-xxx/         ← 📝 コード生成先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GCP-repo/            ← Pull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pj-yyy/         ← 📝 コード生成先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Azure-repo/          ← Pull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pj-zzz/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local-sandbox/       ← 📝 検証・試験用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test-work/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41648" y="23317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チーム展開フロー — 初期構築 ＆ 案件発生時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1：初期構築（一度だけ・チームリードが担当）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6384" y="9418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EngCommon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steering/ skills/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をEngCommonに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Push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38528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05456" y="9418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505456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66544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66544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EngCommonを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Pullして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local.kiro/に配置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0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24528" y="941832"/>
            <a:ext cx="566928" cy="566928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17" name="Text 15"/>
          <p:cNvSpPr/>
          <p:nvPr/>
        </p:nvSpPr>
        <p:spPr>
          <a:xfrm>
            <a:off x="4224528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85616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85616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ローカルに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workspace/を作成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各リポをPull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76672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0" y="941832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04688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04688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Kiro起動して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Steering・Skills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が読み込まれるか確認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95744" y="1078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62672" y="941832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7662672" y="941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23760" y="1572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1956816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手順をドキュメント化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全メンバーに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展開・共有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633472"/>
            <a:ext cx="859536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6334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2：案件発生時（繰り返し・各メンバーが担当）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6384" y="2980944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47472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PJフォルダ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AWS-repo/pj-xxx/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を新規作成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（案件リポ配下）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38528" y="31181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2505456" y="2980944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2505456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066544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066544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.kiro/specs/に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req→design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→tasks生成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0" y="31181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224528" y="2980944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4224528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785616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785616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tasks.mdから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1タスクずつ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PJフォルダに出力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376672" y="31181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943600" y="2980944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0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504688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04688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レビュー・設計書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生成等Skillが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自動起動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95744" y="31181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662672" y="2980944"/>
            <a:ext cx="566928" cy="566928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53" name="Text 51"/>
          <p:cNvSpPr/>
          <p:nvPr/>
        </p:nvSpPr>
        <p:spPr>
          <a:xfrm>
            <a:off x="7662672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223760" y="3611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コミット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＆完了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23760" y="399592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生成コードを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各リポに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コミット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案件でない検証・試験は local-sandbox/ にフォルダ作成 → 気軽に試せる（リポに影響なし）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検討事項 — 現時点で未決・今後判断が必要な項目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8595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6583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.kiro/ のGit管理方針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722376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7223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検討中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051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steering/ と skills/ はEngCommonで管理する方針だが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 フォルダ全体（specs含む）をGitに入れるかは未決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10515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案A：steering/skills/のみEngCommon管理、specs/はローカル（現有力）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案B：.kiro/全体をEngCommonで管理（specs/も共有したい場合）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案C：各リポ配下にspecs/を置いてコードと一体管理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93976"/>
            <a:ext cx="8595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93976"/>
            <a:ext cx="8595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093976"/>
            <a:ext cx="859536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09397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WorkSpace構成の標準化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157984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1579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検討中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4871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各メンバーがローカルにworkspace/を作る手順を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どう標準化・ドキュメント化するか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248716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セットアップ手順書をEngCommonに格納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steering/にworkspace構成ルールを明記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初回セットアップスクリプトを用意（git clone + フォルダ作成）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529584"/>
            <a:ext cx="8595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29584"/>
            <a:ext cx="8595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529584"/>
            <a:ext cx="859536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5295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steering/ skills/ の更新フロー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593592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35935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要設計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92277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EngCommonで更新があった際、各メンバーが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ローカルの.kiro/に反映する手順が必要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74720" y="3922776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定期的にEngCommonをPullして手動コピー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シンボリックリンクでEngCommon/.kiro/を参照（要検証）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Kiroの~/.kiro/steering/（グローバル）にリンクする方法を調査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74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365760" y="804672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960120"/>
            <a:ext cx="7315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960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117957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AIへの常識インプット。規約・スタック・セキュリティをMarkdownで定義し常時記憶させる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1563624"/>
            <a:ext cx="73152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15636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" y="17830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オンデマンド専門知識。コードレビュー・Terraformパターン・ドメイン知識・設計書生成をSKILL.mdに集約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167128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21671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" y="23865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設計図。要件→設計→タスクの3段階で複雑な機能を精度高く実装。設計意図も保存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2770632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組み合わせ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" y="299008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Steering（常識）＋ Spec（設計）＋ Skills（手順）= 開発ライフサイクル全体をカバー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520440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611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365760" y="4005072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Anthropicモデル審査結果を確認（申請中）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承認後：EngCommonにsteering/ skills/ 試作（tech.md / naming.md / security.md / code-review等）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各自ローカルWorkSpace構築手順を整備・ドキュメント化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.kiro/ Git管理方針・specs/置き場を決定（検討事項①②③を解決）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小さな案件でSpec試験運用 → チームへPoC共有・本格導入可否判断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2026-03-25T08:19:50Z</dcterms:created>
  <dcterms:modified xsi:type="dcterms:W3CDTF">2026-03-25T08:19:50Z</dcterms:modified>
</cp:coreProperties>
</file>