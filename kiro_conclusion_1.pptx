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iro.dev/docs/" TargetMode="External"/><Relationship Id="rId2" Type="http://schemas.openxmlformats.org/officeDocument/2006/relationships/hyperlink" Target="https://kiro.dev/docs/steering/" TargetMode="External"/><Relationship Id="rId3" Type="http://schemas.openxmlformats.org/officeDocument/2006/relationships/hyperlink" Target="https://kiro.dev/docs/skills/" TargetMode="External"/><Relationship Id="rId4" Type="http://schemas.openxmlformats.org/officeDocument/2006/relationships/hyperlink" Target="https://kiro.dev/docs/specs/best-practices/" TargetMode="External"/><Relationship Id="rId5" Type="http://schemas.openxmlformats.org/officeDocument/2006/relationships/hyperlink" Target="https://agentskills.io/specification" TargetMode="External"/><Relationship Id="rId6" Type="http://schemas.openxmlformats.org/officeDocument/2006/relationships/hyperlink" Target="https://github.com/agentskills/agentskills" TargetMode="External"/><Relationship Id="rId7" Type="http://schemas.openxmlformats.org/officeDocument/2006/relationships/hyperlink" Target="https://code.visualstudio.com/docs/copilot/customization/agent-skills" TargetMode="External"/><Relationship Id="rId8" Type="http://schemas.openxmlformats.org/officeDocument/2006/relationships/hyperlink" Target="https://developers.openai.com/codex/skills" TargetMode="External"/><Relationship Id="rId9" Type="http://schemas.openxmlformats.org/officeDocument/2006/relationships/hyperlink" Target="https://github.com/awsdataarchitect/kiro-best-practices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結論と参考資料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41832"/>
            <a:ext cx="109728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24128"/>
            <a:ext cx="402336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73152" cy="12344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078992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チームへの展開を前提にするなら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Steering・Skills・Spec の導入価値はある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Kiro公式 および AIエージェント共通のオープン標準（agentskills.io）にて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同様のアプローチが推奨・採用されている。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395728"/>
            <a:ext cx="219456" cy="219456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95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毎回の規約・モジュール説明が不要になる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798064"/>
            <a:ext cx="219456" cy="219456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798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79806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誰が使っても同じ品質でコードと設計書が生成される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200400"/>
            <a:ext cx="219456" cy="219456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200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一度整備すればチーム全員に効果が広がる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3602736"/>
            <a:ext cx="219456" cy="219456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6027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Skillsで設計書生成・コードレビューが自動化される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4023360" cy="347472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現状：Anthropic モデルの審査待ち → 承認次第 PoC 開始予定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685800"/>
            <a:ext cx="27432" cy="37490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6858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参考資料（公式ドキュメント）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941832"/>
            <a:ext cx="201168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00584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Kiro 公式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280160"/>
            <a:ext cx="64008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12070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ドキュメントトップ</a:t>
            </a:r>
            <a:endParaRPr lang="en-US" sz="1000" dirty="0"/>
          </a:p>
        </p:txBody>
      </p:sp>
      <p:sp>
        <p:nvSpPr>
          <p:cNvPr id="30" name="Text 28">
            <a:hlinkClick r:id="rId1" tooltip=""/>
          </p:cNvPr>
          <p:cNvSpPr/>
          <p:nvPr/>
        </p:nvSpPr>
        <p:spPr>
          <a:xfrm>
            <a:off x="4919472" y="1362456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1572768"/>
            <a:ext cx="64008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14996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000" dirty="0"/>
          </a:p>
        </p:txBody>
      </p:sp>
      <p:sp>
        <p:nvSpPr>
          <p:cNvPr id="33" name="Text 31">
            <a:hlinkClick r:id="rId2" tooltip=""/>
          </p:cNvPr>
          <p:cNvSpPr/>
          <p:nvPr/>
        </p:nvSpPr>
        <p:spPr>
          <a:xfrm>
            <a:off x="4919472" y="165506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https://kiro.dev/docs/steering/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1865376"/>
            <a:ext cx="64008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17922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36" name="Text 34">
            <a:hlinkClick r:id="rId3" tooltip=""/>
          </p:cNvPr>
          <p:cNvSpPr/>
          <p:nvPr/>
        </p:nvSpPr>
        <p:spPr>
          <a:xfrm>
            <a:off x="4919472" y="1947672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https://kiro.dev/docs/skills/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2157984"/>
            <a:ext cx="64008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20848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ベストプラクティス</a:t>
            </a:r>
            <a:endParaRPr lang="en-US" sz="1000" dirty="0"/>
          </a:p>
        </p:txBody>
      </p:sp>
      <p:sp>
        <p:nvSpPr>
          <p:cNvPr id="39" name="Text 37">
            <a:hlinkClick r:id="rId4" tooltip=""/>
          </p:cNvPr>
          <p:cNvSpPr/>
          <p:nvPr/>
        </p:nvSpPr>
        <p:spPr>
          <a:xfrm>
            <a:off x="4919472" y="2240280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https://kiro.dev/docs/specs/best-practices/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2423160"/>
            <a:ext cx="416052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4688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エージェント共通（オープン標準）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2752344"/>
            <a:ext cx="64008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2679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公式サイト</a:t>
            </a:r>
            <a:endParaRPr lang="en-US" sz="950" dirty="0"/>
          </a:p>
        </p:txBody>
      </p:sp>
      <p:sp>
        <p:nvSpPr>
          <p:cNvPr id="44" name="Text 42">
            <a:hlinkClick r:id="rId5" tooltip=""/>
          </p:cNvPr>
          <p:cNvSpPr/>
          <p:nvPr/>
        </p:nvSpPr>
        <p:spPr>
          <a:xfrm>
            <a:off x="4919472" y="283464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https://agentskills.io/specification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3026664"/>
            <a:ext cx="64008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29535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GitHub（Anthropic策定・オープン標準）</a:t>
            </a:r>
            <a:endParaRPr lang="en-US" sz="950" dirty="0"/>
          </a:p>
        </p:txBody>
      </p:sp>
      <p:sp>
        <p:nvSpPr>
          <p:cNvPr id="47" name="Text 45">
            <a:hlinkClick r:id="rId6" tooltip=""/>
          </p:cNvPr>
          <p:cNvSpPr/>
          <p:nvPr/>
        </p:nvSpPr>
        <p:spPr>
          <a:xfrm>
            <a:off x="4919472" y="310896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https://github.com/agentskills/agentskills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00600" y="3300984"/>
            <a:ext cx="64008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49" name="Text 47"/>
          <p:cNvSpPr/>
          <p:nvPr/>
        </p:nvSpPr>
        <p:spPr>
          <a:xfrm>
            <a:off x="4919472" y="32278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Agent Skills（VS Code）</a:t>
            </a:r>
            <a:endParaRPr lang="en-US" sz="950" dirty="0"/>
          </a:p>
        </p:txBody>
      </p:sp>
      <p:sp>
        <p:nvSpPr>
          <p:cNvPr id="50" name="Text 48">
            <a:hlinkClick r:id="rId7" tooltip=""/>
          </p:cNvPr>
          <p:cNvSpPr/>
          <p:nvPr/>
        </p:nvSpPr>
        <p:spPr>
          <a:xfrm>
            <a:off x="4919472" y="338328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https://code.visualstudio.com/docs/copilot/customization/agent-skills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00600" y="3575304"/>
            <a:ext cx="64008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52" name="Text 50"/>
          <p:cNvSpPr/>
          <p:nvPr/>
        </p:nvSpPr>
        <p:spPr>
          <a:xfrm>
            <a:off x="4919472" y="35021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— Agent Skills</a:t>
            </a:r>
            <a:endParaRPr lang="en-US" sz="950" dirty="0"/>
          </a:p>
        </p:txBody>
      </p:sp>
      <p:sp>
        <p:nvSpPr>
          <p:cNvPr id="53" name="Text 51">
            <a:hlinkClick r:id="rId8" tooltip=""/>
          </p:cNvPr>
          <p:cNvSpPr/>
          <p:nvPr/>
        </p:nvSpPr>
        <p:spPr>
          <a:xfrm>
            <a:off x="4919472" y="365760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https://developers.openai.com/codex/skills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3849624"/>
            <a:ext cx="64008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37764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Best Practices Boilerplate（GitHub）</a:t>
            </a:r>
            <a:endParaRPr lang="en-US" sz="950" dirty="0"/>
          </a:p>
        </p:txBody>
      </p:sp>
      <p:sp>
        <p:nvSpPr>
          <p:cNvPr id="56" name="Text 54">
            <a:hlinkClick r:id="rId9" tooltip=""/>
          </p:cNvPr>
          <p:cNvSpPr/>
          <p:nvPr/>
        </p:nvSpPr>
        <p:spPr>
          <a:xfrm>
            <a:off x="4919472" y="393192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https://github.com/awsdataarchitect/kiro-best-practices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8" name="Shape 56"/>
          <p:cNvSpPr/>
          <p:nvPr/>
        </p:nvSpPr>
        <p:spPr>
          <a:xfrm>
            <a:off x="0" y="4754880"/>
            <a:ext cx="914400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© 2025. For information, contact Deloitte Tohmatsu Group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2026-03-27T04:14:38Z</dcterms:created>
  <dcterms:modified xsi:type="dcterms:W3CDTF">2026-03-27T04:14:38Z</dcterms:modified>
</cp:coreProperties>
</file>